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fc73c3465d48f2" /><Relationship Type="http://schemas.openxmlformats.org/officeDocument/2006/relationships/extended-properties" Target="/docProps/app.xml" Id="Rb1e3da7735da4beb" /><Relationship Type="http://schemas.openxmlformats.org/officeDocument/2006/relationships/officeDocument" Target="/ppt/presentation.xml" Id="R62388166041e4d5d" /></Relationships>
</file>

<file path=ppt/presentation.xml><?xml version="1.0" encoding="utf-8"?>
<p:presentation xmlns:p="http://schemas.openxmlformats.org/presentationml/2006/main">
  <p:sldMasterIdLst>
    <p:sldMasterId xmlns:r="http://schemas.openxmlformats.org/officeDocument/2006/relationships" id="2147483648" r:id="R385f954c6dfb465d"/>
  </p:sldMasterIdLst>
  <p:notesMasterIdLst>
    <p:notesMasterId xmlns:r="http://schemas.openxmlformats.org/officeDocument/2006/relationships" r:id="R6e5ea9265f304488"/>
  </p:notesMasterIdLst>
  <p:sldIdLst>
    <p:sldId xmlns:r="http://schemas.openxmlformats.org/officeDocument/2006/relationships" id="256" r:id="R5941ecb31dcd4e4e"/>
    <p:sldId xmlns:r="http://schemas.openxmlformats.org/officeDocument/2006/relationships" id="257" r:id="Ra3643def0f384b46"/>
    <p:sldId xmlns:r="http://schemas.openxmlformats.org/officeDocument/2006/relationships" id="258" r:id="R448021b7faea482c"/>
    <p:sldId xmlns:r="http://schemas.openxmlformats.org/officeDocument/2006/relationships" id="259" r:id="Rca189c33b58b495f"/>
    <p:sldId xmlns:r="http://schemas.openxmlformats.org/officeDocument/2006/relationships" id="260" r:id="Rfc7aba54ec4548dc"/>
    <p:sldId xmlns:r="http://schemas.openxmlformats.org/officeDocument/2006/relationships" id="261" r:id="R6497072d1fea49ce"/>
    <p:sldId xmlns:r="http://schemas.openxmlformats.org/officeDocument/2006/relationships" id="262" r:id="R10342b9caac44829"/>
    <p:sldId xmlns:r="http://schemas.openxmlformats.org/officeDocument/2006/relationships" id="263" r:id="Rc043b3d9f6a1478c"/>
    <p:sldId xmlns:r="http://schemas.openxmlformats.org/officeDocument/2006/relationships" id="264" r:id="Rda71ad385dea4816"/>
    <p:sldId xmlns:r="http://schemas.openxmlformats.org/officeDocument/2006/relationships" id="265" r:id="Re50b73b03a754e01"/>
    <p:sldId xmlns:r="http://schemas.openxmlformats.org/officeDocument/2006/relationships" id="266" r:id="R361ebab664704a18"/>
    <p:sldId xmlns:r="http://schemas.openxmlformats.org/officeDocument/2006/relationships" id="267" r:id="Rb391acf4118343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18f83deef04db0" /><Relationship Type="http://schemas.openxmlformats.org/officeDocument/2006/relationships/slideMaster" Target="/ppt/slideMasters/slideMaster1.xml" Id="R385f954c6dfb465d" /><Relationship Type="http://schemas.openxmlformats.org/officeDocument/2006/relationships/notesMaster" Target="/ppt/notesMasters/notesMaster1.xml" Id="R6e5ea9265f304488" /><Relationship Type="http://schemas.openxmlformats.org/officeDocument/2006/relationships/presProps" Target="/ppt/presProps.xml" Id="Rdc5c795826474579" /><Relationship Type="http://schemas.openxmlformats.org/officeDocument/2006/relationships/tableStyles" Target="/ppt/tableStyles.xml" Id="R4a7881a09e194144" /><Relationship Type="http://schemas.openxmlformats.org/officeDocument/2006/relationships/slide" Target="/ppt/slides/slide1.xml" Id="R5941ecb31dcd4e4e" /><Relationship Type="http://schemas.openxmlformats.org/officeDocument/2006/relationships/slide" Target="/ppt/slides/slide2.xml" Id="Ra3643def0f384b46" /><Relationship Type="http://schemas.openxmlformats.org/officeDocument/2006/relationships/slide" Target="/ppt/slides/slide3.xml" Id="R448021b7faea482c" /><Relationship Type="http://schemas.openxmlformats.org/officeDocument/2006/relationships/slide" Target="/ppt/slides/slide4.xml" Id="Rca189c33b58b495f" /><Relationship Type="http://schemas.openxmlformats.org/officeDocument/2006/relationships/slide" Target="/ppt/slides/slide5.xml" Id="Rfc7aba54ec4548dc" /><Relationship Type="http://schemas.openxmlformats.org/officeDocument/2006/relationships/slide" Target="/ppt/slides/slide6.xml" Id="R6497072d1fea49ce" /><Relationship Type="http://schemas.openxmlformats.org/officeDocument/2006/relationships/slide" Target="/ppt/slides/slide7.xml" Id="R10342b9caac44829" /><Relationship Type="http://schemas.openxmlformats.org/officeDocument/2006/relationships/slide" Target="/ppt/slides/slide8.xml" Id="Rc043b3d9f6a1478c" /><Relationship Type="http://schemas.openxmlformats.org/officeDocument/2006/relationships/slide" Target="/ppt/slides/slide9.xml" Id="Rda71ad385dea4816" /><Relationship Type="http://schemas.openxmlformats.org/officeDocument/2006/relationships/slide" Target="/ppt/slides/slide10.xml" Id="Re50b73b03a754e01" /><Relationship Type="http://schemas.openxmlformats.org/officeDocument/2006/relationships/slide" Target="/ppt/slides/slide11.xml" Id="R361ebab664704a18" /><Relationship Type="http://schemas.openxmlformats.org/officeDocument/2006/relationships/slide" Target="/ppt/slides/slide12.xml" Id="Rb391acf4118343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5d09816cdf48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5169d9f576413e" /><Relationship Type="http://schemas.openxmlformats.org/officeDocument/2006/relationships/notesMaster" Target="/ppt/notesMasters/notesMaster1.xml" Id="Reeb3a69c2fa847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8e0893948d4d39" /><Relationship Type="http://schemas.openxmlformats.org/officeDocument/2006/relationships/notesMaster" Target="/ppt/notesMasters/notesMaster1.xml" Id="Rde755f83ac864d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9e23801079486a" /><Relationship Type="http://schemas.openxmlformats.org/officeDocument/2006/relationships/notesMaster" Target="/ppt/notesMasters/notesMaster1.xml" Id="Rba9914e3eeb549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be5dd4632b4832" /><Relationship Type="http://schemas.openxmlformats.org/officeDocument/2006/relationships/notesMaster" Target="/ppt/notesMasters/notesMaster1.xml" Id="R51f931bde47242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72c89e303d4761" /><Relationship Type="http://schemas.openxmlformats.org/officeDocument/2006/relationships/notesMaster" Target="/ppt/notesMasters/notesMaster1.xml" Id="R39dbf40dbcd941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4626783e324e6f" /><Relationship Type="http://schemas.openxmlformats.org/officeDocument/2006/relationships/notesMaster" Target="/ppt/notesMasters/notesMaster1.xml" Id="R5889be04c5c842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2a6826d0174712" /><Relationship Type="http://schemas.openxmlformats.org/officeDocument/2006/relationships/notesMaster" Target="/ppt/notesMasters/notesMaster1.xml" Id="R59adfc02aeb249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7ffc939244f9e" /><Relationship Type="http://schemas.openxmlformats.org/officeDocument/2006/relationships/notesMaster" Target="/ppt/notesMasters/notesMaster1.xml" Id="Rcff76828c58d43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2357057f63433f" /><Relationship Type="http://schemas.openxmlformats.org/officeDocument/2006/relationships/notesMaster" Target="/ppt/notesMasters/notesMaster1.xml" Id="R0dc9a00d67064b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b45b84766949d0" /><Relationship Type="http://schemas.openxmlformats.org/officeDocument/2006/relationships/notesMaster" Target="/ppt/notesMasters/notesMaster1.xml" Id="Rb4f859a82c2d41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967740ff514fe9" /><Relationship Type="http://schemas.openxmlformats.org/officeDocument/2006/relationships/notesMaster" Target="/ppt/notesMasters/notesMaster1.xml" Id="R9163d3ef4e8344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c2bdac566c4fa5" /><Relationship Type="http://schemas.openxmlformats.org/officeDocument/2006/relationships/notesMaster" Target="/ppt/notesMasters/notesMaster1.xml" Id="Rbd1f1e387bda48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저는 전시우입니다. 제 중간프로젝트는 할 일 관리 앱의 UX/UI를 개선하는 '오늘한눈'입니다. 기존 앱의 공개 리뷰를 분석하고, 한 가지 문제를 중심으로 사용자 여정, 원인 분석, 화면 기획, Flutter 프로토타입까지 연결했습니다. 완전한 상용 서비스를 만드는 것이 아니라, 설계 근거가 실제 화면에 어떻게 반영되는지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비교 대상으로 Google Tasks를 선택했습니다. Google Play의 공개 리뷰에서 두 가지 비슷한 요구를 발견했습니다. 2026년 5월 20일 리뷰는 섹션별 색상 구분을 요청했고, 8월 27일 리뷰는 모바일에서 목록별로 색상을 구분하기 어렵다고 말했습니다. 반면 9월 29일 리뷰에서는 미완료 작업을 다시 알려주는 경험을 장점으로 평가했습니다. 제가 우선 해결하기로 한 문제는 여러 목록의 작업을 모바일에서 빠르게 구분하기 어렵다는 점입니다. 다만 리뷰 세 건이 전체 사용자를 대표하지 않으므로, 이것을 확정된 사실이 아니라 UX 개선 가설로 다루었습니다.</a:t>
            </a:r>
          </a:p>
          <a:p xmlns:a="http://schemas.openxmlformats.org/drawingml/2006/main">
            <a:r>
              <a:t/>
            </a:r>
          </a:p>
          <a:p xmlns:a="http://schemas.openxmlformats.org/drawingml/2006/main">
            <a:r>
              <a:t>개별 별점은 공개 텍스트에서 확인되지 않아 PPT에 기재하지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가상의 사용자 김서연은 수업, 팀 과제, 생활 일정을 한 앱에 기록하는 대학생입니다. 이동 중에 잠깐 스마트폰을 확인할 때 여러 종류의 작업을 빠르게 파악하고 싶어 합니다. 오늘한눈의 목표는 사용자가 어떤 카테고리의 작업을 먼저 해야 하는지 쉽게 알아보는 것입니다. 카테고리를 색상과 글자로 동시에 표시하고, 중요도를 텍스트와 정렬 순서로 보여 주는 화면을 계획했습니다. 색에만 의존하지 않는 것도 중요한 원칙입니다.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여정은 진입, 탐색, 판단, 행동, 재확인의 다섯 단계입니다. 가장 불편할 것으로 가정한 시점은 두 번째 탐색 단계입니다. 학생이 학교와 개인 할 일을 한 번에 훑을 때 목록 맥락을 구분하기 어려울 수 있기 때문입니다. 피쉬본에서는 화면 구조, 시각 언어, 사용 환경과 접근성을 원인 후보로 보았습니다. 5 Why를 통해 항목 레벨에서 카테고리 의미가 일관되게 전달되는지가 핵심이라는 가설에 도달했습니다. 그래서 이번 프로젝트에서는 색상과 텍스트 라벨을 함께 제공하는 문제 하나에 우선순위를 두었습니다.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오늘, 전체, 예정, 완료함을 중심으로 구성했습니다. 오늘 화면에는 진행률과 작업 목록을 배치하고, 카드마다 학교, 생활, 개인 카테고리를 색과 문자로 구분했습니다. 중요도는 높음, 보통, 낮음으로 직접 표시합니다. 빠른 추가는 BottomSheet를 사용해 제목과 핵심 정보를 한 번에 입력하게 만들었습니다. 작업을 완료한 경우에도 완료함 탭에서 다시 확인하거나 되돌릴 수 있습니다. 화면 ID는 P01부터 P10까지 정했고, 상세 기능과 상태 화면은 부록 B5에 정리했습니다.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구현 화면을 보여드리겠습니다. 앱을 실행하면 로컬 json-server에서 GET 요청으로 작업을 불러옵니다. 먼저 오늘 화면에서는 진행률, 카테고리 라벨, 중요도 표시를 확인할 수 있습니다. 빠른 추가 버튼을 누르고 새 작업을 입력한 다음 카테고리와 우선순위를 선택합니다. 이때 데이터는 현재 화면에만 추가되며 서버에 영구 저장되지 않습니다. 다음으로 작업을 완료하고 완료함 탭에서 다시 찾는 동작을 확인할 수 있습니다. 마지막으로 상단 메뉴에서 로딩, 오류, 빈 상태 화면을 보여드리겠습니다. Navigator와 BottomSheet를 활용했고, 상태는 간단한 setState로 변경했습니다.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설계를 검토하면서 AI의 반론을 받았습니다. 첫째, 색만 사용하면 접근성 문제가 생길 수 있다는 지적에 따라 텍스트 라벨을 추가했습니다. 둘째, AI 자동 우선순위 추천은 근거가 불명확하고 과제 범위를 넘기 때문에 제외했습니다. 셋째, 완료 작업을 바로 숨기는 설계는 복구가 어렵다는 반론에 따라 완료함과 실행 취소를 보완했습니다. 가장 중요한 점은 개선 효과를 아직 사용자 테스트로 증명하지 않았다는 것입니다. 이번 결과는 공개 리뷰에 근거한 UI 가설과 작동 가능한 화면이며, 이후 실제 학생에게 찾기 속도와 오류를 측정해 검증할 계획입니다.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54053fde444b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dda788a1db43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146a4efe4348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27908837ec47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5fc927a9aa4d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aa9794121f4a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E33C55-DC74-4E91-8659-BA2DB67754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D56E48-B34E-49C7-97F8-5CD481B69C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A922D1-E84C-41D7-B3A0-366E2DE17D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86592-AF0F-477E-8F60-3FAD9CBF6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8EAE2D-F35C-4588-8AC1-910F0F8367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E75227-AA8D-4077-9BE4-CB6655C33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F6C79B-B3B6-432F-9ACC-88FB9BC7B5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84A030-C9D3-42BE-B74E-621D213CA8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D5EB38-0473-45BA-BE01-D828101255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F7E5ED-FAA6-484F-8E34-899FB3FEC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90d7d1d4e54c30" /><Relationship Type="http://schemas.openxmlformats.org/officeDocument/2006/relationships/slideLayout" Target="/ppt/slideLayouts/slideLayout1.xml" Id="Ra631ac0052fe4fb4" /><Relationship Type="http://schemas.openxmlformats.org/officeDocument/2006/relationships/slideLayout" Target="/ppt/slideLayouts/slideLayout2.xml" Id="R8dc14606a1df4dc1" /><Relationship Type="http://schemas.openxmlformats.org/officeDocument/2006/relationships/slideLayout" Target="/ppt/slideLayouts/slideLayout3.xml" Id="R8a0104433a3c4964" /><Relationship Type="http://schemas.openxmlformats.org/officeDocument/2006/relationships/slideLayout" Target="/ppt/slideLayouts/slideLayout4.xml" Id="Rd30fb374afe04d81" /><Relationship Type="http://schemas.openxmlformats.org/officeDocument/2006/relationships/slideLayout" Target="/ppt/slideLayouts/slideLayout5.xml" Id="Raa83fbeed5b34749" /><Relationship Type="http://schemas.openxmlformats.org/officeDocument/2006/relationships/slideLayout" Target="/ppt/slideLayouts/slideLayout6.xml" Id="R3e26abc780f648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31ac0052fe4fb4"/>
    <p:sldLayoutId xmlns:r="http://schemas.openxmlformats.org/officeDocument/2006/relationships" id="2147483650" r:id="R8dc14606a1df4dc1"/>
    <p:sldLayoutId xmlns:r="http://schemas.openxmlformats.org/officeDocument/2006/relationships" id="2147483651" r:id="R8a0104433a3c4964"/>
    <p:sldLayoutId xmlns:r="http://schemas.openxmlformats.org/officeDocument/2006/relationships" id="2147483652" r:id="Rd30fb374afe04d81"/>
    <p:sldLayoutId xmlns:r="http://schemas.openxmlformats.org/officeDocument/2006/relationships" id="2147483653" r:id="Raa83fbeed5b34749"/>
    <p:sldLayoutId xmlns:r="http://schemas.openxmlformats.org/officeDocument/2006/relationships" id="2147483654" r:id="R3e26abc780f648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8fc9b1851b49e0" /><Relationship Type="http://schemas.openxmlformats.org/officeDocument/2006/relationships/notesSlide" Target="/ppt/notesSlides/notesSlide1.xml" Id="R88d221f08b04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31980bda0c4739" /><Relationship Type="http://schemas.openxmlformats.org/officeDocument/2006/relationships/image" Target="/ppt/media/image.png" Id="Rc89dd83b7f55462d" /><Relationship Type="http://schemas.openxmlformats.org/officeDocument/2006/relationships/image" Target="/ppt/media/image2.png" Id="R831546cf2f5747bf" /><Relationship Type="http://schemas.openxmlformats.org/officeDocument/2006/relationships/notesSlide" Target="/ppt/notesSlides/notesSlide2.xml" Id="R449581a789524a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977c8e94bd47ae" /><Relationship Type="http://schemas.openxmlformats.org/officeDocument/2006/relationships/notesSlide" Target="/ppt/notesSlides/notesSlide3.xml" Id="Raf23f634c51f45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9574bcb2ef4951" /><Relationship Type="http://schemas.openxmlformats.org/officeDocument/2006/relationships/notesSlide" Target="/ppt/notesSlides/notesSlide4.xml" Id="R8e6717d45bbe4b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c165b568154f5a" /><Relationship Type="http://schemas.openxmlformats.org/officeDocument/2006/relationships/notesSlide" Target="/ppt/notesSlides/notesSlide5.xml" Id="R858e0716cc8642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45bdcce98f438a" /><Relationship Type="http://schemas.openxmlformats.org/officeDocument/2006/relationships/notesSlide" Target="/ppt/notesSlides/notesSlide6.xml" Id="R566a6668707042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1e3e1212384a07" /><Relationship Type="http://schemas.openxmlformats.org/officeDocument/2006/relationships/notesSlide" Target="/ppt/notesSlides/notesSlide7.xml" Id="R2e5e9ac39f2e40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c1e73624d842a7" /><Relationship Type="http://schemas.openxmlformats.org/officeDocument/2006/relationships/image" Target="/ppt/media/image3.png" Id="R2d2b0614c9ad48a7" /><Relationship Type="http://schemas.openxmlformats.org/officeDocument/2006/relationships/image" Target="/ppt/media/image.jpeg" Id="R695ed44440094762" /><Relationship Type="http://schemas.openxmlformats.org/officeDocument/2006/relationships/image" Target="/ppt/media/image2.jpeg" Id="R5a10a04abb064379" /><Relationship Type="http://schemas.openxmlformats.org/officeDocument/2006/relationships/notesSlide" Target="/ppt/notesSlides/notesSlide8.xml" Id="R05b86b5bf41a4f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55436bdc6249a0" /><Relationship Type="http://schemas.openxmlformats.org/officeDocument/2006/relationships/notesSlide" Target="/ppt/notesSlides/notesSlide9.xml" Id="R29a4809df9f348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ea62efe5ab4186" /><Relationship Type="http://schemas.openxmlformats.org/officeDocument/2006/relationships/notesSlide" Target="/ppt/notesSlides/notesSlide10.xml" Id="R9d002cd2189141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1f819787bc4ce3" /><Relationship Type="http://schemas.openxmlformats.org/officeDocument/2006/relationships/notesSlide" Target="/ppt/notesSlides/notesSlide11.xml" Id="R12f792a04e0d44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64d73a5a5554c9e" /><Relationship Type="http://schemas.openxmlformats.org/officeDocument/2006/relationships/notesSlide" Target="/ppt/notesSlides/notesSlide12.xml" Id="R88950b5a5c824173" /></Relationships>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E105F7-8483-4882-AE23-9958AC8F27F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9707CD-92B9-42F3-A0DC-FD0B44714FDD}"/>
              </a:ext>
            </a:extLst>
          </p:cNvPr>
          <p:cNvSpPr>
            <a:spLocks xmlns:a="http://schemas.openxmlformats.org/drawingml/2006/main" noGrp="1"/>
          </p:cNvSpPr>
          <p:nvPr/>
        </p:nvSpPr>
        <p:spPr>
          <a:xfrm xmlns:a="http://schemas.openxmlformats.org/drawingml/2006/main">
            <a:off x="723900" y="1381125"/>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75" b="1">
                <a:solidFill>
                  <a:srgbClr val="1D2944"/>
                </a:solidFill>
                <a:latin typeface="NanumGothic"/>
                <a:ea typeface="NanumGothic"/>
                <a:cs typeface="NanumGothic"/>
              </a:defRPr>
            </a:defPPr>
            <a:lvl1pPr algn="l">
              <a:buNone/>
              <a:defRPr sz="4875" b="1">
                <a:solidFill>
                  <a:srgbClr val="1D2944"/>
                </a:solidFill>
                <a:latin typeface="NanumGothic"/>
                <a:ea typeface="NanumGothic"/>
                <a:cs typeface="NanumGothic"/>
              </a:defRPr>
            </a:lvl1pPr>
            <a:lvl2pPr algn="l">
              <a:buNone/>
              <a:defRPr sz="4875" b="1">
                <a:solidFill>
                  <a:srgbClr val="1D2944"/>
                </a:solidFill>
                <a:latin typeface="NanumGothic"/>
                <a:ea typeface="NanumGothic"/>
                <a:cs typeface="NanumGothic"/>
              </a:defRPr>
            </a:lvl2pPr>
            <a:lvl3pPr algn="l">
              <a:buNone/>
              <a:defRPr sz="4875" b="1">
                <a:solidFill>
                  <a:srgbClr val="1D2944"/>
                </a:solidFill>
                <a:latin typeface="NanumGothic"/>
                <a:ea typeface="NanumGothic"/>
                <a:cs typeface="NanumGothic"/>
              </a:defRPr>
            </a:lvl3pPr>
            <a:lvl4pPr algn="l">
              <a:buNone/>
              <a:defRPr sz="4875" b="1">
                <a:solidFill>
                  <a:srgbClr val="1D2944"/>
                </a:solidFill>
                <a:latin typeface="NanumGothic"/>
                <a:ea typeface="NanumGothic"/>
                <a:cs typeface="NanumGothic"/>
              </a:defRPr>
            </a:lvl4pPr>
            <a:lvl5pPr algn="l">
              <a:buNone/>
              <a:defRPr sz="4875" b="1">
                <a:solidFill>
                  <a:srgbClr val="1D2944"/>
                </a:solidFill>
                <a:latin typeface="NanumGothic"/>
                <a:ea typeface="NanumGothic"/>
                <a:cs typeface="NanumGothic"/>
              </a:defRPr>
            </a:lvl5pPr>
            <a:lvl6pPr algn="l">
              <a:buNone/>
              <a:defRPr sz="4875" b="1">
                <a:solidFill>
                  <a:srgbClr val="1D2944"/>
                </a:solidFill>
                <a:latin typeface="NanumGothic"/>
                <a:ea typeface="NanumGothic"/>
                <a:cs typeface="NanumGothic"/>
              </a:defRPr>
            </a:lvl6pPr>
            <a:lvl7pPr algn="l">
              <a:buNone/>
              <a:defRPr sz="4875" b="1">
                <a:solidFill>
                  <a:srgbClr val="1D2944"/>
                </a:solidFill>
                <a:latin typeface="NanumGothic"/>
                <a:ea typeface="NanumGothic"/>
                <a:cs typeface="NanumGothic"/>
              </a:defRPr>
            </a:lvl7pPr>
            <a:lvl8pPr algn="l">
              <a:buNone/>
              <a:defRPr sz="4875" b="1">
                <a:solidFill>
                  <a:srgbClr val="1D2944"/>
                </a:solidFill>
                <a:latin typeface="NanumGothic"/>
                <a:ea typeface="NanumGothic"/>
                <a:cs typeface="NanumGothic"/>
              </a:defRPr>
            </a:lvl8pPr>
            <a:lvl9pPr algn="l">
              <a:buNone/>
              <a:defRPr sz="4875" b="1">
                <a:solidFill>
                  <a:srgbClr val="1D2944"/>
                </a:solidFill>
                <a:latin typeface="NanumGothic"/>
                <a:ea typeface="NanumGothic"/>
                <a:cs typeface="NanumGothic"/>
              </a:defRPr>
            </a:lvl9pPr>
          </a:lstStyle>
          <a:p xmlns:a="http://schemas.openxmlformats.org/drawingml/2006/main">
            <a:pPr algn="l">
              <a:buNone/>
              <a:defRPr sz="4875" b="1">
                <a:solidFill>
                  <a:srgbClr val="1D2944"/>
                </a:solidFill>
                <a:latin typeface="NanumGothic"/>
                <a:ea typeface="NanumGothic"/>
                <a:cs typeface="NanumGothic"/>
              </a:defRPr>
            </a:pPr>
            <a:r>
              <a:rPr sz="4875" b="1">
                <a:solidFill>
                  <a:srgbClr val="1D2944"/>
                </a:solidFill>
                <a:latin typeface="NanumGothic"/>
                <a:ea typeface="NanumGothic"/>
                <a:cs typeface="NanumGothic"/>
              </a:rPr>
              <a:t>오늘한눈</a:t>
            </a:r>
          </a:p>
        </p:txBody>
      </p:sp>
      <p:sp>
        <p:nvSpPr>
          <p:cNvPr id="3" name="">
            <a:extLst xmlns:a="http://schemas.openxmlformats.org/drawingml/2006/main">
              <a:ext uri="{FF2B5EF4-FFF2-40B4-BE49-F238E27FC236}">
                <a16:creationId xmlns:a16="http://schemas.microsoft.com/office/drawing/2014/main" id="{2D9827F2-44BB-4415-A69E-718A73C85407}"/>
              </a:ext>
            </a:extLst>
          </p:cNvPr>
          <p:cNvSpPr>
            <a:spLocks xmlns:a="http://schemas.openxmlformats.org/drawingml/2006/main" noGrp="1"/>
          </p:cNvSpPr>
          <p:nvPr/>
        </p:nvSpPr>
        <p:spPr>
          <a:xfrm xmlns:a="http://schemas.openxmlformats.org/drawingml/2006/main">
            <a:off x="762000" y="2571750"/>
            <a:ext cx="8572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3"/>
                </a:solidFill>
                <a:latin typeface="NanumGothic"/>
                <a:ea typeface="NanumGothic"/>
                <a:cs typeface="NanumGothic"/>
              </a:defRPr>
            </a:defPPr>
            <a:lvl1pPr algn="l">
              <a:buNone/>
              <a:defRPr sz="2175" b="1">
                <a:solidFill>
                  <a:srgbClr val="087F83"/>
                </a:solidFill>
                <a:latin typeface="NanumGothic"/>
                <a:ea typeface="NanumGothic"/>
                <a:cs typeface="NanumGothic"/>
              </a:defRPr>
            </a:lvl1pPr>
            <a:lvl2pPr algn="l">
              <a:buNone/>
              <a:defRPr sz="2175" b="1">
                <a:solidFill>
                  <a:srgbClr val="087F83"/>
                </a:solidFill>
                <a:latin typeface="NanumGothic"/>
                <a:ea typeface="NanumGothic"/>
                <a:cs typeface="NanumGothic"/>
              </a:defRPr>
            </a:lvl2pPr>
            <a:lvl3pPr algn="l">
              <a:buNone/>
              <a:defRPr sz="2175" b="1">
                <a:solidFill>
                  <a:srgbClr val="087F83"/>
                </a:solidFill>
                <a:latin typeface="NanumGothic"/>
                <a:ea typeface="NanumGothic"/>
                <a:cs typeface="NanumGothic"/>
              </a:defRPr>
            </a:lvl3pPr>
            <a:lvl4pPr algn="l">
              <a:buNone/>
              <a:defRPr sz="2175" b="1">
                <a:solidFill>
                  <a:srgbClr val="087F83"/>
                </a:solidFill>
                <a:latin typeface="NanumGothic"/>
                <a:ea typeface="NanumGothic"/>
                <a:cs typeface="NanumGothic"/>
              </a:defRPr>
            </a:lvl4pPr>
            <a:lvl5pPr algn="l">
              <a:buNone/>
              <a:defRPr sz="2175" b="1">
                <a:solidFill>
                  <a:srgbClr val="087F83"/>
                </a:solidFill>
                <a:latin typeface="NanumGothic"/>
                <a:ea typeface="NanumGothic"/>
                <a:cs typeface="NanumGothic"/>
              </a:defRPr>
            </a:lvl5pPr>
            <a:lvl6pPr algn="l">
              <a:buNone/>
              <a:defRPr sz="2175" b="1">
                <a:solidFill>
                  <a:srgbClr val="087F83"/>
                </a:solidFill>
                <a:latin typeface="NanumGothic"/>
                <a:ea typeface="NanumGothic"/>
                <a:cs typeface="NanumGothic"/>
              </a:defRPr>
            </a:lvl6pPr>
            <a:lvl7pPr algn="l">
              <a:buNone/>
              <a:defRPr sz="2175" b="1">
                <a:solidFill>
                  <a:srgbClr val="087F83"/>
                </a:solidFill>
                <a:latin typeface="NanumGothic"/>
                <a:ea typeface="NanumGothic"/>
                <a:cs typeface="NanumGothic"/>
              </a:defRPr>
            </a:lvl7pPr>
            <a:lvl8pPr algn="l">
              <a:buNone/>
              <a:defRPr sz="2175" b="1">
                <a:solidFill>
                  <a:srgbClr val="087F83"/>
                </a:solidFill>
                <a:latin typeface="NanumGothic"/>
                <a:ea typeface="NanumGothic"/>
                <a:cs typeface="NanumGothic"/>
              </a:defRPr>
            </a:lvl8pPr>
            <a:lvl9pPr algn="l">
              <a:buNone/>
              <a:defRPr sz="2175" b="1">
                <a:solidFill>
                  <a:srgbClr val="087F83"/>
                </a:solidFill>
                <a:latin typeface="NanumGothic"/>
                <a:ea typeface="NanumGothic"/>
                <a:cs typeface="NanumGothic"/>
              </a:defRPr>
            </a:lvl9pPr>
          </a:lstStyle>
          <a:p xmlns:a="http://schemas.openxmlformats.org/drawingml/2006/main">
            <a:pPr algn="l">
              <a:buNone/>
              <a:defRPr sz="2175" b="1">
                <a:solidFill>
                  <a:srgbClr val="087F83"/>
                </a:solidFill>
                <a:latin typeface="NanumGothic"/>
                <a:ea typeface="NanumGothic"/>
                <a:cs typeface="NanumGothic"/>
              </a:defRPr>
            </a:pPr>
            <a:r>
              <a:rPr sz="2175" b="1">
                <a:solidFill>
                  <a:srgbClr val="087F83"/>
                </a:solidFill>
                <a:latin typeface="NanumGothic"/>
                <a:ea typeface="NanumGothic"/>
                <a:cs typeface="NanumGothic"/>
              </a:rPr>
              <a:t>할 일 관리 앱의 모바일 UX/UI v2</a:t>
            </a:r>
          </a:p>
        </p:txBody>
      </p:sp>
      <p:sp>
        <p:nvSpPr>
          <p:cNvPr id="4" name="">
            <a:extLst xmlns:a="http://schemas.openxmlformats.org/drawingml/2006/main">
              <a:ext uri="{FF2B5EF4-FFF2-40B4-BE49-F238E27FC236}">
                <a16:creationId xmlns:a16="http://schemas.microsoft.com/office/drawing/2014/main" id="{356516F0-C98E-4277-BAD7-57C47BA7E5AB}"/>
              </a:ext>
            </a:extLst>
          </p:cNvPr>
          <p:cNvSpPr>
            <a:spLocks xmlns:a="http://schemas.openxmlformats.org/drawingml/2006/main" noGrp="1"/>
          </p:cNvSpPr>
          <p:nvPr/>
        </p:nvSpPr>
        <p:spPr>
          <a:xfrm xmlns:a="http://schemas.openxmlformats.org/drawingml/2006/main">
            <a:off x="762000" y="3552825"/>
            <a:ext cx="10096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5F7083"/>
                </a:solidFill>
                <a:latin typeface="NanumGothic"/>
                <a:ea typeface="NanumGothic"/>
                <a:cs typeface="NanumGothic"/>
              </a:defRPr>
            </a:defPPr>
            <a:lvl1pPr algn="l">
              <a:buNone/>
              <a:defRPr sz="1575" b="0">
                <a:solidFill>
                  <a:srgbClr val="5F7083"/>
                </a:solidFill>
                <a:latin typeface="NanumGothic"/>
                <a:ea typeface="NanumGothic"/>
                <a:cs typeface="NanumGothic"/>
              </a:defRPr>
            </a:lvl1pPr>
            <a:lvl2pPr algn="l">
              <a:buNone/>
              <a:defRPr sz="1575" b="0">
                <a:solidFill>
                  <a:srgbClr val="5F7083"/>
                </a:solidFill>
                <a:latin typeface="NanumGothic"/>
                <a:ea typeface="NanumGothic"/>
                <a:cs typeface="NanumGothic"/>
              </a:defRPr>
            </a:lvl2pPr>
            <a:lvl3pPr algn="l">
              <a:buNone/>
              <a:defRPr sz="1575" b="0">
                <a:solidFill>
                  <a:srgbClr val="5F7083"/>
                </a:solidFill>
                <a:latin typeface="NanumGothic"/>
                <a:ea typeface="NanumGothic"/>
                <a:cs typeface="NanumGothic"/>
              </a:defRPr>
            </a:lvl3pPr>
            <a:lvl4pPr algn="l">
              <a:buNone/>
              <a:defRPr sz="1575" b="0">
                <a:solidFill>
                  <a:srgbClr val="5F7083"/>
                </a:solidFill>
                <a:latin typeface="NanumGothic"/>
                <a:ea typeface="NanumGothic"/>
                <a:cs typeface="NanumGothic"/>
              </a:defRPr>
            </a:lvl4pPr>
            <a:lvl5pPr algn="l">
              <a:buNone/>
              <a:defRPr sz="1575" b="0">
                <a:solidFill>
                  <a:srgbClr val="5F7083"/>
                </a:solidFill>
                <a:latin typeface="NanumGothic"/>
                <a:ea typeface="NanumGothic"/>
                <a:cs typeface="NanumGothic"/>
              </a:defRPr>
            </a:lvl5pPr>
            <a:lvl6pPr algn="l">
              <a:buNone/>
              <a:defRPr sz="1575" b="0">
                <a:solidFill>
                  <a:srgbClr val="5F7083"/>
                </a:solidFill>
                <a:latin typeface="NanumGothic"/>
                <a:ea typeface="NanumGothic"/>
                <a:cs typeface="NanumGothic"/>
              </a:defRPr>
            </a:lvl6pPr>
            <a:lvl7pPr algn="l">
              <a:buNone/>
              <a:defRPr sz="1575" b="0">
                <a:solidFill>
                  <a:srgbClr val="5F7083"/>
                </a:solidFill>
                <a:latin typeface="NanumGothic"/>
                <a:ea typeface="NanumGothic"/>
                <a:cs typeface="NanumGothic"/>
              </a:defRPr>
            </a:lvl7pPr>
            <a:lvl8pPr algn="l">
              <a:buNone/>
              <a:defRPr sz="1575" b="0">
                <a:solidFill>
                  <a:srgbClr val="5F7083"/>
                </a:solidFill>
                <a:latin typeface="NanumGothic"/>
                <a:ea typeface="NanumGothic"/>
                <a:cs typeface="NanumGothic"/>
              </a:defRPr>
            </a:lvl8pPr>
            <a:lvl9pPr algn="l">
              <a:buNone/>
              <a:defRPr sz="1575" b="0">
                <a:solidFill>
                  <a:srgbClr val="5F7083"/>
                </a:solidFill>
                <a:latin typeface="NanumGothic"/>
                <a:ea typeface="NanumGothic"/>
                <a:cs typeface="NanumGothic"/>
              </a:defRPr>
            </a:lvl9pPr>
          </a:lstStyle>
          <a:p xmlns:a="http://schemas.openxmlformats.org/drawingml/2006/main">
            <a:pPr algn="l">
              <a:buNone/>
              <a:defRPr sz="1575" b="0">
                <a:solidFill>
                  <a:srgbClr val="5F7083"/>
                </a:solidFill>
                <a:latin typeface="NanumGothic"/>
                <a:ea typeface="NanumGothic"/>
                <a:cs typeface="NanumGothic"/>
              </a:defRPr>
            </a:pPr>
            <a:r>
              <a:rPr sz="1575" b="0">
                <a:solidFill>
                  <a:srgbClr val="5F7083"/>
                </a:solidFill>
                <a:latin typeface="NanumGothic"/>
                <a:ea typeface="NanumGothic"/>
                <a:cs typeface="NanumGothic"/>
              </a:rPr>
              <a:t>공개 리뷰 분석 · 사용자 여정 · 5 Why · Flutter UI</a:t>
            </a:r>
          </a:p>
        </p:txBody>
      </p:sp>
      <p:sp>
        <p:nvSpPr>
          <p:cNvPr id="5" name="">
            <a:extLst xmlns:a="http://schemas.openxmlformats.org/drawingml/2006/main">
              <a:ext uri="{FF2B5EF4-FFF2-40B4-BE49-F238E27FC236}">
                <a16:creationId xmlns:a16="http://schemas.microsoft.com/office/drawing/2014/main" id="{DF5A6838-3C76-4204-9A35-576DFBBC1B42}"/>
              </a:ext>
            </a:extLst>
          </p:cNvPr>
          <p:cNvSpPr>
            <a:spLocks xmlns:a="http://schemas.openxmlformats.org/drawingml/2006/main" noGrp="1"/>
          </p:cNvSpPr>
          <p:nvPr/>
        </p:nvSpPr>
        <p:spPr>
          <a:xfrm xmlns:a="http://schemas.openxmlformats.org/drawingml/2006/main">
            <a:off x="762000" y="4295775"/>
            <a:ext cx="10001250" cy="28575"/>
          </a:xfrm>
          <a:prstGeom xmlns:a="http://schemas.openxmlformats.org/drawingml/2006/main" prst="rect">
            <a:avLst/>
          </a:prstGeom>
          <a:solidFill xmlns:a="http://schemas.openxmlformats.org/drawingml/2006/main">
            <a:srgbClr val="C5DB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C8DDD96-A943-4B1D-9571-D7BE29F1026F}"/>
              </a:ext>
            </a:extLst>
          </p:cNvPr>
          <p:cNvSpPr>
            <a:spLocks xmlns:a="http://schemas.openxmlformats.org/drawingml/2006/main" noGrp="1"/>
          </p:cNvSpPr>
          <p:nvPr/>
        </p:nvSpPr>
        <p:spPr>
          <a:xfrm xmlns:a="http://schemas.openxmlformats.org/drawingml/2006/main">
            <a:off x="762000" y="463867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전시우  |  2024106173</a:t>
            </a:r>
          </a:p>
        </p:txBody>
      </p:sp>
      <p:sp>
        <p:nvSpPr>
          <p:cNvPr id="7" name="">
            <a:extLst xmlns:a="http://schemas.openxmlformats.org/drawingml/2006/main">
              <a:ext uri="{FF2B5EF4-FFF2-40B4-BE49-F238E27FC236}">
                <a16:creationId xmlns:a16="http://schemas.microsoft.com/office/drawing/2014/main" id="{780F8DC5-A868-45F1-8E58-141780A38B63}"/>
              </a:ext>
            </a:extLst>
          </p:cNvPr>
          <p:cNvSpPr>
            <a:spLocks xmlns:a="http://schemas.openxmlformats.org/drawingml/2006/main" noGrp="1"/>
          </p:cNvSpPr>
          <p:nvPr/>
        </p:nvSpPr>
        <p:spPr>
          <a:xfrm xmlns:a="http://schemas.openxmlformats.org/drawingml/2006/main">
            <a:off x="762000" y="516255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2026.10.29   ·   본문 7장 + 부록 B1–B5</a:t>
            </a:r>
          </a:p>
        </p:txBody>
      </p:sp>
      <p:sp>
        <p:nvSpPr>
          <p:cNvPr id="8" name="">
            <a:extLst xmlns:a="http://schemas.openxmlformats.org/drawingml/2006/main">
              <a:ext uri="{FF2B5EF4-FFF2-40B4-BE49-F238E27FC236}">
                <a16:creationId xmlns:a16="http://schemas.microsoft.com/office/drawing/2014/main" id="{E3ABF705-5187-4FD1-A40E-EB918FF0AB24}"/>
              </a:ext>
            </a:extLst>
          </p:cNvPr>
          <p:cNvSpPr>
            <a:spLocks xmlns:a="http://schemas.openxmlformats.org/drawingml/2006/main" noGrp="1"/>
          </p:cNvSpPr>
          <p:nvPr/>
        </p:nvSpPr>
        <p:spPr>
          <a:xfrm xmlns:a="http://schemas.openxmlformats.org/drawingml/2006/main">
            <a:off x="10763250" y="64198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5F7083"/>
                </a:solidFill>
                <a:latin typeface="NanumGothic"/>
                <a:ea typeface="NanumGothic"/>
                <a:cs typeface="NanumGothic"/>
              </a:defRPr>
            </a:defPPr>
            <a:lvl1pPr algn="l">
              <a:buNone/>
              <a:defRPr sz="975" b="0">
                <a:solidFill>
                  <a:srgbClr val="5F7083"/>
                </a:solidFill>
                <a:latin typeface="NanumGothic"/>
                <a:ea typeface="NanumGothic"/>
                <a:cs typeface="NanumGothic"/>
              </a:defRPr>
            </a:lvl1pPr>
            <a:lvl2pPr algn="l">
              <a:buNone/>
              <a:defRPr sz="975" b="0">
                <a:solidFill>
                  <a:srgbClr val="5F7083"/>
                </a:solidFill>
                <a:latin typeface="NanumGothic"/>
                <a:ea typeface="NanumGothic"/>
                <a:cs typeface="NanumGothic"/>
              </a:defRPr>
            </a:lvl2pPr>
            <a:lvl3pPr algn="l">
              <a:buNone/>
              <a:defRPr sz="975" b="0">
                <a:solidFill>
                  <a:srgbClr val="5F7083"/>
                </a:solidFill>
                <a:latin typeface="NanumGothic"/>
                <a:ea typeface="NanumGothic"/>
                <a:cs typeface="NanumGothic"/>
              </a:defRPr>
            </a:lvl3pPr>
            <a:lvl4pPr algn="l">
              <a:buNone/>
              <a:defRPr sz="975" b="0">
                <a:solidFill>
                  <a:srgbClr val="5F7083"/>
                </a:solidFill>
                <a:latin typeface="NanumGothic"/>
                <a:ea typeface="NanumGothic"/>
                <a:cs typeface="NanumGothic"/>
              </a:defRPr>
            </a:lvl4pPr>
            <a:lvl5pPr algn="l">
              <a:buNone/>
              <a:defRPr sz="975" b="0">
                <a:solidFill>
                  <a:srgbClr val="5F7083"/>
                </a:solidFill>
                <a:latin typeface="NanumGothic"/>
                <a:ea typeface="NanumGothic"/>
                <a:cs typeface="NanumGothic"/>
              </a:defRPr>
            </a:lvl5pPr>
            <a:lvl6pPr algn="l">
              <a:buNone/>
              <a:defRPr sz="975" b="0">
                <a:solidFill>
                  <a:srgbClr val="5F7083"/>
                </a:solidFill>
                <a:latin typeface="NanumGothic"/>
                <a:ea typeface="NanumGothic"/>
                <a:cs typeface="NanumGothic"/>
              </a:defRPr>
            </a:lvl6pPr>
            <a:lvl7pPr algn="l">
              <a:buNone/>
              <a:defRPr sz="975" b="0">
                <a:solidFill>
                  <a:srgbClr val="5F7083"/>
                </a:solidFill>
                <a:latin typeface="NanumGothic"/>
                <a:ea typeface="NanumGothic"/>
                <a:cs typeface="NanumGothic"/>
              </a:defRPr>
            </a:lvl7pPr>
            <a:lvl8pPr algn="l">
              <a:buNone/>
              <a:defRPr sz="975" b="0">
                <a:solidFill>
                  <a:srgbClr val="5F7083"/>
                </a:solidFill>
                <a:latin typeface="NanumGothic"/>
                <a:ea typeface="NanumGothic"/>
                <a:cs typeface="NanumGothic"/>
              </a:defRPr>
            </a:lvl8pPr>
            <a:lvl9pPr algn="l">
              <a:buNone/>
              <a:defRPr sz="975" b="0">
                <a:solidFill>
                  <a:srgbClr val="5F7083"/>
                </a:solidFill>
                <a:latin typeface="NanumGothic"/>
                <a:ea typeface="NanumGothic"/>
                <a:cs typeface="NanumGothic"/>
              </a:defRPr>
            </a:lvl9pPr>
          </a:lstStyle>
          <a:p xmlns:a="http://schemas.openxmlformats.org/drawingml/2006/main">
            <a:pPr algn="l">
              <a:buNone/>
              <a:defRPr sz="975" b="0">
                <a:solidFill>
                  <a:srgbClr val="5F7083"/>
                </a:solidFill>
                <a:latin typeface="NanumGothic"/>
                <a:ea typeface="NanumGothic"/>
                <a:cs typeface="NanumGothic"/>
              </a:defRPr>
            </a:pPr>
            <a:r>
              <a:rPr sz="975" b="0">
                <a:solidFill>
                  <a:srgbClr val="5F7083"/>
                </a:solidFill>
                <a:latin typeface="NanumGothic"/>
                <a:ea typeface="NanumGothic"/>
                <a:cs typeface="NanumGothic"/>
              </a:rPr>
              <a:t>01 / 07</a:t>
            </a:r>
          </a:p>
        </p:txBody>
      </p:sp>
    </p:spTree>
    <p:extLst>
      <p:ext uri="{BB962C8B-B14F-4D97-AF65-F5344CB8AC3E}">
        <p14:creationId xmlns:p14="http://schemas.microsoft.com/office/powerpoint/2010/main" val="1453491295"/>
      </p:ext>
    </p:extLst>
  </p:cSld>
</p:sld>
</file>

<file path=ppt/slides/slide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6EBDBD-8EAB-4CF3-9490-868228264CD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707388-CC6E-4107-96A6-783543D47DBC}"/>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기존 앱 분석과 리뷰 근거</a:t>
            </a:r>
          </a:p>
        </p:txBody>
      </p:sp>
      <p:sp>
        <p:nvSpPr>
          <p:cNvPr id="3" name="">
            <a:extLst xmlns:a="http://schemas.openxmlformats.org/drawingml/2006/main">
              <a:ext uri="{FF2B5EF4-FFF2-40B4-BE49-F238E27FC236}">
                <a16:creationId xmlns:a16="http://schemas.microsoft.com/office/drawing/2014/main" id="{9E8714C6-93FE-450F-8F2B-F409DE5214B9}"/>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788A9D"/>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788A9D"/>
                </a:solidFill>
                <a:latin typeface="NanumGothic"/>
                <a:ea typeface="NanumGothic"/>
                <a:cs typeface="NanumGothic"/>
              </a:defRPr>
            </a:pPr>
            <a:r>
              <a:rPr sz="1350" b="0">
                <a:solidFill>
                  <a:srgbClr val="788A9D"/>
                </a:solidFill>
                <a:latin typeface="NanumGothic"/>
                <a:ea typeface="NanumGothic"/>
                <a:cs typeface="NanumGothic"/>
              </a:rPr>
              <a:t>Google Tasks · Google Play 실제 화면 및 공개 리뷰 · 2026.10.29 확인</a:t>
            </a:r>
          </a:p>
        </p:txBody>
      </p:sp>
      <p:sp>
        <p:nvSpPr>
          <p:cNvPr id="4" name="">
            <a:extLst xmlns:a="http://schemas.openxmlformats.org/drawingml/2006/main">
              <a:ext uri="{FF2B5EF4-FFF2-40B4-BE49-F238E27FC236}">
                <a16:creationId xmlns:a16="http://schemas.microsoft.com/office/drawing/2014/main" id="{75C87A62-AB48-4217-A4BD-4C5093099A6F}"/>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450206-7FD2-4A86-9AC8-5860CED94A52}"/>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E95333A1-D43C-4FB4-A5A8-EFDD05310D90}"/>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02 / 07</a:t>
            </a:r>
          </a:p>
        </p:txBody>
      </p:sp>
      <p:sp>
        <p:nvSpPr>
          <p:cNvPr id="21" name="">
            <a:extLst xmlns:a="http://schemas.openxmlformats.org/drawingml/2006/main">
              <a:ext uri="{FF2B5EF4-FFF2-40B4-BE49-F238E27FC236}">
                <a16:creationId xmlns:a16="http://schemas.microsoft.com/office/drawing/2014/main" id="{26A207CB-EA9F-4F13-9DFE-CAB8DD45F085}"/>
              </a:ext>
            </a:extLst>
          </p:cNvPr>
          <p:cNvSpPr>
            <a:spLocks xmlns:a="http://schemas.openxmlformats.org/drawingml/2006/main" noGrp="1"/>
          </p:cNvSpPr>
          <p:nvPr/>
        </p:nvSpPr>
        <p:spPr>
          <a:xfrm xmlns:a="http://schemas.openxmlformats.org/drawingml/2006/main">
            <a:off x="714375" y="1790700"/>
            <a:ext cx="581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168C92"/>
                </a:solidFill>
              </a:defRPr>
            </a:defPPr>
            <a:lvl1pPr>
              <a:defRPr sz="1200" b="1">
                <a:solidFill>
                  <a:srgbClr val="168C92"/>
                </a:solidFill>
              </a:defRPr>
            </a:lvl1pPr>
            <a:lvl2pPr>
              <a:defRPr sz="1200" b="1">
                <a:solidFill>
                  <a:srgbClr val="168C92"/>
                </a:solidFill>
              </a:defRPr>
            </a:lvl2pPr>
            <a:lvl3pPr>
              <a:defRPr sz="1200" b="1">
                <a:solidFill>
                  <a:srgbClr val="168C92"/>
                </a:solidFill>
              </a:defRPr>
            </a:lvl3pPr>
            <a:lvl4pPr>
              <a:defRPr sz="1200" b="1">
                <a:solidFill>
                  <a:srgbClr val="168C92"/>
                </a:solidFill>
              </a:defRPr>
            </a:lvl4pPr>
            <a:lvl5pPr>
              <a:defRPr sz="1200" b="1">
                <a:solidFill>
                  <a:srgbClr val="168C92"/>
                </a:solidFill>
              </a:defRPr>
            </a:lvl5pPr>
            <a:lvl6pPr>
              <a:defRPr sz="1200" b="1">
                <a:solidFill>
                  <a:srgbClr val="168C92"/>
                </a:solidFill>
              </a:defRPr>
            </a:lvl6pPr>
            <a:lvl7pPr>
              <a:defRPr sz="1200" b="1">
                <a:solidFill>
                  <a:srgbClr val="168C92"/>
                </a:solidFill>
              </a:defRPr>
            </a:lvl7pPr>
            <a:lvl8pPr>
              <a:defRPr sz="1200" b="1">
                <a:solidFill>
                  <a:srgbClr val="168C92"/>
                </a:solidFill>
              </a:defRPr>
            </a:lvl8pPr>
            <a:lvl9pPr>
              <a:defRPr sz="1200" b="1">
                <a:solidFill>
                  <a:srgbClr val="168C92"/>
                </a:solidFill>
              </a:defRPr>
            </a:lvl9pPr>
          </a:lstStyle>
          <a:p xmlns:a="http://schemas.openxmlformats.org/drawingml/2006/main">
            <a:pPr>
              <a:defRPr sz="1200" b="1">
                <a:solidFill>
                  <a:srgbClr val="168C92"/>
                </a:solidFill>
              </a:defRPr>
            </a:pPr>
            <a:r>
              <a:rPr sz="1200" b="1">
                <a:solidFill>
                  <a:srgbClr val="168C92"/>
                </a:solidFill>
              </a:rPr>
              <a:t>GOOGLE PLAY · 휴대전화 필터</a:t>
            </a:r>
          </a:p>
        </p:txBody>
      </p:sp>
      <p:pic>
        <p:nvPicPr>
          <p:cNvPr id="22" name="">
            <a:extLst xmlns:a="http://schemas.openxmlformats.org/drawingml/2006/main">
              <a:ext uri="{FF2B5EF4-FFF2-40B4-BE49-F238E27FC236}">
                <a16:creationId xmlns:a16="http://schemas.microsoft.com/office/drawing/2014/main" id="{0152FC09-1A00-4C65-95AF-AF0CA591C7D7}"/>
              </a:ext>
            </a:extLst>
          </p:cNvPr>
          <p:cNvPicPr>
            <a:picLocks xmlns:a="http://schemas.openxmlformats.org/drawingml/2006/main" noChangeAspect="1"/>
          </p:cNvPicPr>
          <p:nvPr/>
        </p:nvPicPr>
        <p:blipFill>
          <a:blip xmlns:r="http://schemas.openxmlformats.org/officeDocument/2006/relationships" xmlns:a="http://schemas.openxmlformats.org/drawingml/2006/main" r:embed="Rc89dd83b7f55462d"/>
          <a:srcRect xmlns:a="http://schemas.openxmlformats.org/drawingml/2006/main" l="10300" t="17700" r="36900" b="63600"/>
          <a:stretch xmlns:a="http://schemas.openxmlformats.org/drawingml/2006/main"/>
        </p:blipFill>
        <p:spPr>
          <a:xfrm xmlns:a="http://schemas.openxmlformats.org/drawingml/2006/main">
            <a:off x="704850" y="2076450"/>
            <a:ext cx="5619750" cy="159067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8A197F1-80BA-448D-A4D0-560552235AAD}"/>
              </a:ext>
            </a:extLst>
          </p:cNvPr>
          <p:cNvSpPr>
            <a:spLocks xmlns:a="http://schemas.openxmlformats.org/drawingml/2006/main" noGrp="1"/>
          </p:cNvSpPr>
          <p:nvPr/>
        </p:nvSpPr>
        <p:spPr>
          <a:xfrm xmlns:a="http://schemas.openxmlformats.org/drawingml/2006/main">
            <a:off x="723900" y="366712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8B"/>
                </a:solidFill>
              </a:defRPr>
            </a:defPPr>
            <a:lvl1pPr>
              <a:defRPr sz="975" b="0">
                <a:solidFill>
                  <a:srgbClr val="64748B"/>
                </a:solidFill>
              </a:defRPr>
            </a:lvl1pPr>
            <a:lvl2pPr>
              <a:defRPr sz="975" b="0">
                <a:solidFill>
                  <a:srgbClr val="64748B"/>
                </a:solidFill>
              </a:defRPr>
            </a:lvl2pPr>
            <a:lvl3pPr>
              <a:defRPr sz="975" b="0">
                <a:solidFill>
                  <a:srgbClr val="64748B"/>
                </a:solidFill>
              </a:defRPr>
            </a:lvl3pPr>
            <a:lvl4pPr>
              <a:defRPr sz="975" b="0">
                <a:solidFill>
                  <a:srgbClr val="64748B"/>
                </a:solidFill>
              </a:defRPr>
            </a:lvl4pPr>
            <a:lvl5pPr>
              <a:defRPr sz="975" b="0">
                <a:solidFill>
                  <a:srgbClr val="64748B"/>
                </a:solidFill>
              </a:defRPr>
            </a:lvl5pPr>
            <a:lvl6pPr>
              <a:defRPr sz="975" b="0">
                <a:solidFill>
                  <a:srgbClr val="64748B"/>
                </a:solidFill>
              </a:defRPr>
            </a:lvl6pPr>
            <a:lvl7pPr>
              <a:defRPr sz="975" b="0">
                <a:solidFill>
                  <a:srgbClr val="64748B"/>
                </a:solidFill>
              </a:defRPr>
            </a:lvl7pPr>
            <a:lvl8pPr>
              <a:defRPr sz="975" b="0">
                <a:solidFill>
                  <a:srgbClr val="64748B"/>
                </a:solidFill>
              </a:defRPr>
            </a:lvl8pPr>
            <a:lvl9pPr>
              <a:defRPr sz="975" b="0">
                <a:solidFill>
                  <a:srgbClr val="64748B"/>
                </a:solidFill>
              </a:defRPr>
            </a:lvl9pPr>
          </a:lstStyle>
          <a:p xmlns:a="http://schemas.openxmlformats.org/drawingml/2006/main">
            <a:pPr>
              <a:defRPr sz="975" b="0">
                <a:solidFill>
                  <a:srgbClr val="64748B"/>
                </a:solidFill>
              </a:defRPr>
            </a:pPr>
            <a:r>
              <a:rPr sz="975" b="0">
                <a:solidFill>
                  <a:srgbClr val="64748B"/>
                </a:solidFill>
              </a:rPr>
              <a:t>※ 위 캡처는 “전화” 필터 4.8점·리뷰 59.2만개</a:t>
            </a:r>
          </a:p>
        </p:txBody>
      </p:sp>
      <p:sp>
        <p:nvSpPr>
          <p:cNvPr id="24" name="">
            <a:extLst xmlns:a="http://schemas.openxmlformats.org/drawingml/2006/main">
              <a:ext uri="{FF2B5EF4-FFF2-40B4-BE49-F238E27FC236}">
                <a16:creationId xmlns:a16="http://schemas.microsoft.com/office/drawing/2014/main" id="{D8F92990-E23C-4ED8-AAB9-79D5BF55008F}"/>
              </a:ext>
            </a:extLst>
          </p:cNvPr>
          <p:cNvSpPr>
            <a:spLocks xmlns:a="http://schemas.openxmlformats.org/drawingml/2006/main" noGrp="1"/>
          </p:cNvSpPr>
          <p:nvPr/>
        </p:nvSpPr>
        <p:spPr>
          <a:xfrm xmlns:a="http://schemas.openxmlformats.org/drawingml/2006/main">
            <a:off x="742950" y="4114800"/>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168C92"/>
                </a:solidFill>
              </a:defRPr>
            </a:defPPr>
            <a:lvl1pPr>
              <a:defRPr sz="1200" b="1">
                <a:solidFill>
                  <a:srgbClr val="168C92"/>
                </a:solidFill>
              </a:defRPr>
            </a:lvl1pPr>
            <a:lvl2pPr>
              <a:defRPr sz="1200" b="1">
                <a:solidFill>
                  <a:srgbClr val="168C92"/>
                </a:solidFill>
              </a:defRPr>
            </a:lvl2pPr>
            <a:lvl3pPr>
              <a:defRPr sz="1200" b="1">
                <a:solidFill>
                  <a:srgbClr val="168C92"/>
                </a:solidFill>
              </a:defRPr>
            </a:lvl3pPr>
            <a:lvl4pPr>
              <a:defRPr sz="1200" b="1">
                <a:solidFill>
                  <a:srgbClr val="168C92"/>
                </a:solidFill>
              </a:defRPr>
            </a:lvl4pPr>
            <a:lvl5pPr>
              <a:defRPr sz="1200" b="1">
                <a:solidFill>
                  <a:srgbClr val="168C92"/>
                </a:solidFill>
              </a:defRPr>
            </a:lvl5pPr>
            <a:lvl6pPr>
              <a:defRPr sz="1200" b="1">
                <a:solidFill>
                  <a:srgbClr val="168C92"/>
                </a:solidFill>
              </a:defRPr>
            </a:lvl6pPr>
            <a:lvl7pPr>
              <a:defRPr sz="1200" b="1">
                <a:solidFill>
                  <a:srgbClr val="168C92"/>
                </a:solidFill>
              </a:defRPr>
            </a:lvl7pPr>
            <a:lvl8pPr>
              <a:defRPr sz="1200" b="1">
                <a:solidFill>
                  <a:srgbClr val="168C92"/>
                </a:solidFill>
              </a:defRPr>
            </a:lvl8pPr>
            <a:lvl9pPr>
              <a:defRPr sz="1200" b="1">
                <a:solidFill>
                  <a:srgbClr val="168C92"/>
                </a:solidFill>
              </a:defRPr>
            </a:lvl9pPr>
          </a:lstStyle>
          <a:p xmlns:a="http://schemas.openxmlformats.org/drawingml/2006/main">
            <a:pPr>
              <a:defRPr sz="1200" b="1">
                <a:solidFill>
                  <a:srgbClr val="168C92"/>
                </a:solidFill>
              </a:defRPr>
            </a:pPr>
            <a:r>
              <a:rPr sz="1200" b="1">
                <a:solidFill>
                  <a:srgbClr val="168C92"/>
                </a:solidFill>
              </a:rPr>
              <a:t>R01  05.20  ★★★★★</a:t>
            </a:r>
          </a:p>
        </p:txBody>
      </p:sp>
      <p:sp>
        <p:nvSpPr>
          <p:cNvPr id="25" name="">
            <a:extLst xmlns:a="http://schemas.openxmlformats.org/drawingml/2006/main">
              <a:ext uri="{FF2B5EF4-FFF2-40B4-BE49-F238E27FC236}">
                <a16:creationId xmlns:a16="http://schemas.microsoft.com/office/drawing/2014/main" id="{7BD7F73E-90C3-42A4-95D3-BFE8B57CEE79}"/>
              </a:ext>
            </a:extLst>
          </p:cNvPr>
          <p:cNvSpPr>
            <a:spLocks xmlns:a="http://schemas.openxmlformats.org/drawingml/2006/main" noGrp="1"/>
          </p:cNvSpPr>
          <p:nvPr/>
        </p:nvSpPr>
        <p:spPr>
          <a:xfrm xmlns:a="http://schemas.openxmlformats.org/drawingml/2006/main">
            <a:off x="3009900" y="4086225"/>
            <a:ext cx="3724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1D2A48"/>
                </a:solidFill>
              </a:defRPr>
            </a:defPPr>
            <a:lvl1pPr>
              <a:defRPr sz="1275" b="0">
                <a:solidFill>
                  <a:srgbClr val="1D2A48"/>
                </a:solidFill>
              </a:defRPr>
            </a:lvl1pPr>
            <a:lvl2pPr>
              <a:defRPr sz="1275" b="0">
                <a:solidFill>
                  <a:srgbClr val="1D2A48"/>
                </a:solidFill>
              </a:defRPr>
            </a:lvl2pPr>
            <a:lvl3pPr>
              <a:defRPr sz="1275" b="0">
                <a:solidFill>
                  <a:srgbClr val="1D2A48"/>
                </a:solidFill>
              </a:defRPr>
            </a:lvl3pPr>
            <a:lvl4pPr>
              <a:defRPr sz="1275" b="0">
                <a:solidFill>
                  <a:srgbClr val="1D2A48"/>
                </a:solidFill>
              </a:defRPr>
            </a:lvl4pPr>
            <a:lvl5pPr>
              <a:defRPr sz="1275" b="0">
                <a:solidFill>
                  <a:srgbClr val="1D2A48"/>
                </a:solidFill>
              </a:defRPr>
            </a:lvl5pPr>
            <a:lvl6pPr>
              <a:defRPr sz="1275" b="0">
                <a:solidFill>
                  <a:srgbClr val="1D2A48"/>
                </a:solidFill>
              </a:defRPr>
            </a:lvl6pPr>
            <a:lvl7pPr>
              <a:defRPr sz="1275" b="0">
                <a:solidFill>
                  <a:srgbClr val="1D2A48"/>
                </a:solidFill>
              </a:defRPr>
            </a:lvl7pPr>
            <a:lvl8pPr>
              <a:defRPr sz="1275" b="0">
                <a:solidFill>
                  <a:srgbClr val="1D2A48"/>
                </a:solidFill>
              </a:defRPr>
            </a:lvl8pPr>
            <a:lvl9pPr>
              <a:defRPr sz="1275" b="0">
                <a:solidFill>
                  <a:srgbClr val="1D2A48"/>
                </a:solidFill>
              </a:defRPr>
            </a:lvl9pPr>
          </a:lstStyle>
          <a:p xmlns:a="http://schemas.openxmlformats.org/drawingml/2006/main">
            <a:pPr>
              <a:defRPr sz="1275" b="0">
                <a:solidFill>
                  <a:srgbClr val="1D2A48"/>
                </a:solidFill>
              </a:defRPr>
            </a:pPr>
            <a:r>
              <a:rPr sz="1275" b="0">
                <a:solidFill>
                  <a:srgbClr val="1D2A48"/>
                </a:solidFill>
              </a:rPr>
              <a:t>섹션 색상·알림 기능 요청 / 위젯·동기화 장점</a:t>
            </a:r>
          </a:p>
        </p:txBody>
      </p:sp>
      <p:sp>
        <p:nvSpPr>
          <p:cNvPr id="26" name="">
            <a:extLst xmlns:a="http://schemas.openxmlformats.org/drawingml/2006/main">
              <a:ext uri="{FF2B5EF4-FFF2-40B4-BE49-F238E27FC236}">
                <a16:creationId xmlns:a16="http://schemas.microsoft.com/office/drawing/2014/main" id="{BDC9D86D-93C7-4B27-89F4-BF492037DA5A}"/>
              </a:ext>
            </a:extLst>
          </p:cNvPr>
          <p:cNvSpPr>
            <a:spLocks xmlns:a="http://schemas.openxmlformats.org/drawingml/2006/main" noGrp="1"/>
          </p:cNvSpPr>
          <p:nvPr/>
        </p:nvSpPr>
        <p:spPr>
          <a:xfrm xmlns:a="http://schemas.openxmlformats.org/drawingml/2006/main">
            <a:off x="742950" y="45243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168C92"/>
                </a:solidFill>
              </a:defRPr>
            </a:defPPr>
            <a:lvl1pPr>
              <a:defRPr sz="1200" b="1">
                <a:solidFill>
                  <a:srgbClr val="168C92"/>
                </a:solidFill>
              </a:defRPr>
            </a:lvl1pPr>
            <a:lvl2pPr>
              <a:defRPr sz="1200" b="1">
                <a:solidFill>
                  <a:srgbClr val="168C92"/>
                </a:solidFill>
              </a:defRPr>
            </a:lvl2pPr>
            <a:lvl3pPr>
              <a:defRPr sz="1200" b="1">
                <a:solidFill>
                  <a:srgbClr val="168C92"/>
                </a:solidFill>
              </a:defRPr>
            </a:lvl3pPr>
            <a:lvl4pPr>
              <a:defRPr sz="1200" b="1">
                <a:solidFill>
                  <a:srgbClr val="168C92"/>
                </a:solidFill>
              </a:defRPr>
            </a:lvl4pPr>
            <a:lvl5pPr>
              <a:defRPr sz="1200" b="1">
                <a:solidFill>
                  <a:srgbClr val="168C92"/>
                </a:solidFill>
              </a:defRPr>
            </a:lvl5pPr>
            <a:lvl6pPr>
              <a:defRPr sz="1200" b="1">
                <a:solidFill>
                  <a:srgbClr val="168C92"/>
                </a:solidFill>
              </a:defRPr>
            </a:lvl6pPr>
            <a:lvl7pPr>
              <a:defRPr sz="1200" b="1">
                <a:solidFill>
                  <a:srgbClr val="168C92"/>
                </a:solidFill>
              </a:defRPr>
            </a:lvl7pPr>
            <a:lvl8pPr>
              <a:defRPr sz="1200" b="1">
                <a:solidFill>
                  <a:srgbClr val="168C92"/>
                </a:solidFill>
              </a:defRPr>
            </a:lvl8pPr>
            <a:lvl9pPr>
              <a:defRPr sz="1200" b="1">
                <a:solidFill>
                  <a:srgbClr val="168C92"/>
                </a:solidFill>
              </a:defRPr>
            </a:lvl9pPr>
          </a:lstStyle>
          <a:p xmlns:a="http://schemas.openxmlformats.org/drawingml/2006/main">
            <a:pPr>
              <a:defRPr sz="1200" b="1">
                <a:solidFill>
                  <a:srgbClr val="168C92"/>
                </a:solidFill>
              </a:defRPr>
            </a:pPr>
            <a:r>
              <a:rPr sz="1200" b="1">
                <a:solidFill>
                  <a:srgbClr val="168C92"/>
                </a:solidFill>
              </a:rPr>
              <a:t>R02  08.27  ★★★★☆</a:t>
            </a:r>
          </a:p>
        </p:txBody>
      </p:sp>
      <p:sp>
        <p:nvSpPr>
          <p:cNvPr id="27" name="">
            <a:extLst xmlns:a="http://schemas.openxmlformats.org/drawingml/2006/main">
              <a:ext uri="{FF2B5EF4-FFF2-40B4-BE49-F238E27FC236}">
                <a16:creationId xmlns:a16="http://schemas.microsoft.com/office/drawing/2014/main" id="{74CD94B7-1710-4326-9B5E-F6727E323FAE}"/>
              </a:ext>
            </a:extLst>
          </p:cNvPr>
          <p:cNvSpPr>
            <a:spLocks xmlns:a="http://schemas.openxmlformats.org/drawingml/2006/main" noGrp="1"/>
          </p:cNvSpPr>
          <p:nvPr/>
        </p:nvSpPr>
        <p:spPr>
          <a:xfrm xmlns:a="http://schemas.openxmlformats.org/drawingml/2006/main">
            <a:off x="3009900" y="4495800"/>
            <a:ext cx="3724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1D2A48"/>
                </a:solidFill>
              </a:defRPr>
            </a:defPPr>
            <a:lvl1pPr>
              <a:defRPr sz="1275" b="0">
                <a:solidFill>
                  <a:srgbClr val="1D2A48"/>
                </a:solidFill>
              </a:defRPr>
            </a:lvl1pPr>
            <a:lvl2pPr>
              <a:defRPr sz="1275" b="0">
                <a:solidFill>
                  <a:srgbClr val="1D2A48"/>
                </a:solidFill>
              </a:defRPr>
            </a:lvl2pPr>
            <a:lvl3pPr>
              <a:defRPr sz="1275" b="0">
                <a:solidFill>
                  <a:srgbClr val="1D2A48"/>
                </a:solidFill>
              </a:defRPr>
            </a:lvl3pPr>
            <a:lvl4pPr>
              <a:defRPr sz="1275" b="0">
                <a:solidFill>
                  <a:srgbClr val="1D2A48"/>
                </a:solidFill>
              </a:defRPr>
            </a:lvl4pPr>
            <a:lvl5pPr>
              <a:defRPr sz="1275" b="0">
                <a:solidFill>
                  <a:srgbClr val="1D2A48"/>
                </a:solidFill>
              </a:defRPr>
            </a:lvl5pPr>
            <a:lvl6pPr>
              <a:defRPr sz="1275" b="0">
                <a:solidFill>
                  <a:srgbClr val="1D2A48"/>
                </a:solidFill>
              </a:defRPr>
            </a:lvl6pPr>
            <a:lvl7pPr>
              <a:defRPr sz="1275" b="0">
                <a:solidFill>
                  <a:srgbClr val="1D2A48"/>
                </a:solidFill>
              </a:defRPr>
            </a:lvl7pPr>
            <a:lvl8pPr>
              <a:defRPr sz="1275" b="0">
                <a:solidFill>
                  <a:srgbClr val="1D2A48"/>
                </a:solidFill>
              </a:defRPr>
            </a:lvl8pPr>
            <a:lvl9pPr>
              <a:defRPr sz="1275" b="0">
                <a:solidFill>
                  <a:srgbClr val="1D2A48"/>
                </a:solidFill>
              </a:defRPr>
            </a:lvl9pPr>
          </a:lstStyle>
          <a:p xmlns:a="http://schemas.openxmlformats.org/drawingml/2006/main">
            <a:pPr>
              <a:defRPr sz="1275" b="0">
                <a:solidFill>
                  <a:srgbClr val="1D2A48"/>
                </a:solidFill>
              </a:defRPr>
            </a:pPr>
            <a:r>
              <a:rPr sz="1275" b="0">
                <a:solidFill>
                  <a:srgbClr val="1D2A48"/>
                </a:solidFill>
              </a:rPr>
              <a:t>모바일에서 목록별 색상 구분 어려움</a:t>
            </a:r>
          </a:p>
        </p:txBody>
      </p:sp>
      <p:sp>
        <p:nvSpPr>
          <p:cNvPr id="28" name="">
            <a:extLst xmlns:a="http://schemas.openxmlformats.org/drawingml/2006/main">
              <a:ext uri="{FF2B5EF4-FFF2-40B4-BE49-F238E27FC236}">
                <a16:creationId xmlns:a16="http://schemas.microsoft.com/office/drawing/2014/main" id="{0D22A6FC-E90D-4F46-B3B2-B266C22FB633}"/>
              </a:ext>
            </a:extLst>
          </p:cNvPr>
          <p:cNvSpPr>
            <a:spLocks xmlns:a="http://schemas.openxmlformats.org/drawingml/2006/main" noGrp="1"/>
          </p:cNvSpPr>
          <p:nvPr/>
        </p:nvSpPr>
        <p:spPr>
          <a:xfrm xmlns:a="http://schemas.openxmlformats.org/drawingml/2006/main">
            <a:off x="742950" y="4933950"/>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168C92"/>
                </a:solidFill>
              </a:defRPr>
            </a:defPPr>
            <a:lvl1pPr>
              <a:defRPr sz="1200" b="1">
                <a:solidFill>
                  <a:srgbClr val="168C92"/>
                </a:solidFill>
              </a:defRPr>
            </a:lvl1pPr>
            <a:lvl2pPr>
              <a:defRPr sz="1200" b="1">
                <a:solidFill>
                  <a:srgbClr val="168C92"/>
                </a:solidFill>
              </a:defRPr>
            </a:lvl2pPr>
            <a:lvl3pPr>
              <a:defRPr sz="1200" b="1">
                <a:solidFill>
                  <a:srgbClr val="168C92"/>
                </a:solidFill>
              </a:defRPr>
            </a:lvl3pPr>
            <a:lvl4pPr>
              <a:defRPr sz="1200" b="1">
                <a:solidFill>
                  <a:srgbClr val="168C92"/>
                </a:solidFill>
              </a:defRPr>
            </a:lvl4pPr>
            <a:lvl5pPr>
              <a:defRPr sz="1200" b="1">
                <a:solidFill>
                  <a:srgbClr val="168C92"/>
                </a:solidFill>
              </a:defRPr>
            </a:lvl5pPr>
            <a:lvl6pPr>
              <a:defRPr sz="1200" b="1">
                <a:solidFill>
                  <a:srgbClr val="168C92"/>
                </a:solidFill>
              </a:defRPr>
            </a:lvl6pPr>
            <a:lvl7pPr>
              <a:defRPr sz="1200" b="1">
                <a:solidFill>
                  <a:srgbClr val="168C92"/>
                </a:solidFill>
              </a:defRPr>
            </a:lvl7pPr>
            <a:lvl8pPr>
              <a:defRPr sz="1200" b="1">
                <a:solidFill>
                  <a:srgbClr val="168C92"/>
                </a:solidFill>
              </a:defRPr>
            </a:lvl8pPr>
            <a:lvl9pPr>
              <a:defRPr sz="1200" b="1">
                <a:solidFill>
                  <a:srgbClr val="168C92"/>
                </a:solidFill>
              </a:defRPr>
            </a:lvl9pPr>
          </a:lstStyle>
          <a:p xmlns:a="http://schemas.openxmlformats.org/drawingml/2006/main">
            <a:pPr>
              <a:defRPr sz="1200" b="1">
                <a:solidFill>
                  <a:srgbClr val="168C92"/>
                </a:solidFill>
              </a:defRPr>
            </a:pPr>
            <a:r>
              <a:rPr sz="1200" b="1">
                <a:solidFill>
                  <a:srgbClr val="168C92"/>
                </a:solidFill>
              </a:rPr>
              <a:t>R03  09.29  ★★★★★</a:t>
            </a:r>
          </a:p>
        </p:txBody>
      </p:sp>
      <p:sp>
        <p:nvSpPr>
          <p:cNvPr id="29" name="">
            <a:extLst xmlns:a="http://schemas.openxmlformats.org/drawingml/2006/main">
              <a:ext uri="{FF2B5EF4-FFF2-40B4-BE49-F238E27FC236}">
                <a16:creationId xmlns:a16="http://schemas.microsoft.com/office/drawing/2014/main" id="{89E8D8F1-43BB-4083-9816-1CA89D5BE51E}"/>
              </a:ext>
            </a:extLst>
          </p:cNvPr>
          <p:cNvSpPr>
            <a:spLocks xmlns:a="http://schemas.openxmlformats.org/drawingml/2006/main" noGrp="1"/>
          </p:cNvSpPr>
          <p:nvPr/>
        </p:nvSpPr>
        <p:spPr>
          <a:xfrm xmlns:a="http://schemas.openxmlformats.org/drawingml/2006/main">
            <a:off x="3009900" y="4905375"/>
            <a:ext cx="3724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1D2A48"/>
                </a:solidFill>
              </a:defRPr>
            </a:defPPr>
            <a:lvl1pPr>
              <a:defRPr sz="1275" b="0">
                <a:solidFill>
                  <a:srgbClr val="1D2A48"/>
                </a:solidFill>
              </a:defRPr>
            </a:lvl1pPr>
            <a:lvl2pPr>
              <a:defRPr sz="1275" b="0">
                <a:solidFill>
                  <a:srgbClr val="1D2A48"/>
                </a:solidFill>
              </a:defRPr>
            </a:lvl2pPr>
            <a:lvl3pPr>
              <a:defRPr sz="1275" b="0">
                <a:solidFill>
                  <a:srgbClr val="1D2A48"/>
                </a:solidFill>
              </a:defRPr>
            </a:lvl3pPr>
            <a:lvl4pPr>
              <a:defRPr sz="1275" b="0">
                <a:solidFill>
                  <a:srgbClr val="1D2A48"/>
                </a:solidFill>
              </a:defRPr>
            </a:lvl4pPr>
            <a:lvl5pPr>
              <a:defRPr sz="1275" b="0">
                <a:solidFill>
                  <a:srgbClr val="1D2A48"/>
                </a:solidFill>
              </a:defRPr>
            </a:lvl5pPr>
            <a:lvl6pPr>
              <a:defRPr sz="1275" b="0">
                <a:solidFill>
                  <a:srgbClr val="1D2A48"/>
                </a:solidFill>
              </a:defRPr>
            </a:lvl6pPr>
            <a:lvl7pPr>
              <a:defRPr sz="1275" b="0">
                <a:solidFill>
                  <a:srgbClr val="1D2A48"/>
                </a:solidFill>
              </a:defRPr>
            </a:lvl7pPr>
            <a:lvl8pPr>
              <a:defRPr sz="1275" b="0">
                <a:solidFill>
                  <a:srgbClr val="1D2A48"/>
                </a:solidFill>
              </a:defRPr>
            </a:lvl8pPr>
            <a:lvl9pPr>
              <a:defRPr sz="1275" b="0">
                <a:solidFill>
                  <a:srgbClr val="1D2A48"/>
                </a:solidFill>
              </a:defRPr>
            </a:lvl9pPr>
          </a:lstStyle>
          <a:p xmlns:a="http://schemas.openxmlformats.org/drawingml/2006/main">
            <a:pPr>
              <a:defRPr sz="1275" b="0">
                <a:solidFill>
                  <a:srgbClr val="1D2A48"/>
                </a:solidFill>
              </a:defRPr>
            </a:pPr>
            <a:r>
              <a:rPr sz="1275" b="0">
                <a:solidFill>
                  <a:srgbClr val="1D2A48"/>
                </a:solidFill>
              </a:rPr>
              <a:t>미완료 일정의 다음날 알림은 강점</a:t>
            </a:r>
          </a:p>
        </p:txBody>
      </p:sp>
      <p:sp>
        <p:nvSpPr>
          <p:cNvPr id="30" name="">
            <a:extLst xmlns:a="http://schemas.openxmlformats.org/drawingml/2006/main">
              <a:ext uri="{FF2B5EF4-FFF2-40B4-BE49-F238E27FC236}">
                <a16:creationId xmlns:a16="http://schemas.microsoft.com/office/drawing/2014/main" id="{17CB786B-787D-453D-A654-BF93C6F0A53B}"/>
              </a:ext>
            </a:extLst>
          </p:cNvPr>
          <p:cNvSpPr>
            <a:spLocks xmlns:a="http://schemas.openxmlformats.org/drawingml/2006/main" noGrp="1"/>
          </p:cNvSpPr>
          <p:nvPr/>
        </p:nvSpPr>
        <p:spPr>
          <a:xfrm xmlns:a="http://schemas.openxmlformats.org/drawingml/2006/main">
            <a:off x="704850" y="5391150"/>
            <a:ext cx="6191250" cy="590550"/>
          </a:xfrm>
          <a:prstGeom xmlns:a="http://schemas.openxmlformats.org/drawingml/2006/main" prst="roundRect">
            <a:avLst>
              <a:gd name="adj" fmla="val 12903"/>
            </a:avLst>
          </a:prstGeom>
          <a:solidFill xmlns:a="http://schemas.openxmlformats.org/drawingml/2006/main">
            <a:srgbClr val="E6F4F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A7C17AA-FE44-47D4-9621-B68F3ED02861}"/>
              </a:ext>
            </a:extLst>
          </p:cNvPr>
          <p:cNvSpPr>
            <a:spLocks xmlns:a="http://schemas.openxmlformats.org/drawingml/2006/main" noGrp="1"/>
          </p:cNvSpPr>
          <p:nvPr/>
        </p:nvSpPr>
        <p:spPr>
          <a:xfrm xmlns:a="http://schemas.openxmlformats.org/drawingml/2006/main">
            <a:off x="904875" y="5467350"/>
            <a:ext cx="585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1D2A48"/>
                </a:solidFill>
              </a:defRPr>
            </a:defPPr>
            <a:lvl1pPr>
              <a:defRPr sz="1350" b="1">
                <a:solidFill>
                  <a:srgbClr val="1D2A48"/>
                </a:solidFill>
              </a:defRPr>
            </a:lvl1pPr>
            <a:lvl2pPr>
              <a:defRPr sz="1350" b="1">
                <a:solidFill>
                  <a:srgbClr val="1D2A48"/>
                </a:solidFill>
              </a:defRPr>
            </a:lvl2pPr>
            <a:lvl3pPr>
              <a:defRPr sz="1350" b="1">
                <a:solidFill>
                  <a:srgbClr val="1D2A48"/>
                </a:solidFill>
              </a:defRPr>
            </a:lvl3pPr>
            <a:lvl4pPr>
              <a:defRPr sz="1350" b="1">
                <a:solidFill>
                  <a:srgbClr val="1D2A48"/>
                </a:solidFill>
              </a:defRPr>
            </a:lvl4pPr>
            <a:lvl5pPr>
              <a:defRPr sz="1350" b="1">
                <a:solidFill>
                  <a:srgbClr val="1D2A48"/>
                </a:solidFill>
              </a:defRPr>
            </a:lvl5pPr>
            <a:lvl6pPr>
              <a:defRPr sz="1350" b="1">
                <a:solidFill>
                  <a:srgbClr val="1D2A48"/>
                </a:solidFill>
              </a:defRPr>
            </a:lvl6pPr>
            <a:lvl7pPr>
              <a:defRPr sz="1350" b="1">
                <a:solidFill>
                  <a:srgbClr val="1D2A48"/>
                </a:solidFill>
              </a:defRPr>
            </a:lvl7pPr>
            <a:lvl8pPr>
              <a:defRPr sz="1350" b="1">
                <a:solidFill>
                  <a:srgbClr val="1D2A48"/>
                </a:solidFill>
              </a:defRPr>
            </a:lvl8pPr>
            <a:lvl9pPr>
              <a:defRPr sz="1350" b="1">
                <a:solidFill>
                  <a:srgbClr val="1D2A48"/>
                </a:solidFill>
              </a:defRPr>
            </a:lvl9pPr>
          </a:lstStyle>
          <a:p xmlns:a="http://schemas.openxmlformats.org/drawingml/2006/main">
            <a:pPr>
              <a:defRPr sz="1350" b="1">
                <a:solidFill>
                  <a:srgbClr val="1D2A48"/>
                </a:solidFill>
              </a:defRPr>
            </a:pPr>
            <a:r>
              <a:rPr sz="1350" b="1">
                <a:solidFill>
                  <a:srgbClr val="1D2A48"/>
                </a:solidFill>
              </a:rPr>
              <a:t>선택 문제  ·  모바일에서 작업의 소속 카테고리를</a:t>
            </a:r>
          </a:p>
          <a:p xmlns:a="http://schemas.openxmlformats.org/drawingml/2006/main">
            <a:pPr>
              <a:defRPr sz="1350" b="1">
                <a:solidFill>
                  <a:srgbClr val="1D2A48"/>
                </a:solidFill>
              </a:defRPr>
            </a:pPr>
            <a:r>
              <a:rPr sz="1350" b="1">
                <a:solidFill>
                  <a:srgbClr val="1D2A48"/>
                </a:solidFill>
              </a:rPr>
              <a:t>             빠르게 구분하기 어렵다</a:t>
            </a:r>
          </a:p>
        </p:txBody>
      </p:sp>
      <p:sp>
        <p:nvSpPr>
          <p:cNvPr id="32" name="">
            <a:extLst xmlns:a="http://schemas.openxmlformats.org/drawingml/2006/main">
              <a:ext uri="{FF2B5EF4-FFF2-40B4-BE49-F238E27FC236}">
                <a16:creationId xmlns:a16="http://schemas.microsoft.com/office/drawing/2014/main" id="{BB370CD8-7FE1-4520-9A8B-1A932913FBAB}"/>
              </a:ext>
            </a:extLst>
          </p:cNvPr>
          <p:cNvSpPr>
            <a:spLocks xmlns:a="http://schemas.openxmlformats.org/drawingml/2006/main" noGrp="1"/>
          </p:cNvSpPr>
          <p:nvPr/>
        </p:nvSpPr>
        <p:spPr>
          <a:xfrm xmlns:a="http://schemas.openxmlformats.org/drawingml/2006/main">
            <a:off x="7239000" y="1828800"/>
            <a:ext cx="3648075" cy="4267200"/>
          </a:xfrm>
          <a:prstGeom xmlns:a="http://schemas.openxmlformats.org/drawingml/2006/main" prst="roundRect">
            <a:avLst>
              <a:gd name="adj" fmla="val 2089"/>
            </a:avLst>
          </a:prstGeom>
          <a:solidFill xmlns:a="http://schemas.openxmlformats.org/drawingml/2006/main">
            <a:srgbClr val="FFFFFF"/>
          </a:solidFill>
          <a:ln xmlns:a="http://schemas.openxmlformats.org/drawingml/2006/main" w="9525">
            <a:solidFill>
              <a:srgbClr val="D8E4E8"/>
            </a:solidFill>
            <a:prstDash val="solid"/>
          </a:ln>
        </p:spPr>
      </p:sp>
      <p:pic>
        <p:nvPicPr>
          <p:cNvPr id="33" name="">
            <a:extLst xmlns:a="http://schemas.openxmlformats.org/drawingml/2006/main">
              <a:ext uri="{FF2B5EF4-FFF2-40B4-BE49-F238E27FC236}">
                <a16:creationId xmlns:a16="http://schemas.microsoft.com/office/drawing/2014/main" id="{04DD2908-2B10-4CE2-AD26-A01D38959714}"/>
              </a:ext>
            </a:extLst>
          </p:cNvPr>
          <p:cNvPicPr>
            <a:picLocks xmlns:a="http://schemas.openxmlformats.org/drawingml/2006/main" noChangeAspect="1"/>
          </p:cNvPicPr>
          <p:nvPr/>
        </p:nvPicPr>
        <p:blipFill>
          <a:blip xmlns:r="http://schemas.openxmlformats.org/officeDocument/2006/relationships" xmlns:a="http://schemas.openxmlformats.org/drawingml/2006/main" r:embed="R831546cf2f5747bf"/>
          <a:stretch xmlns:a="http://schemas.openxmlformats.org/drawingml/2006/main"/>
        </p:blipFill>
        <p:spPr>
          <a:xfrm xmlns:a="http://schemas.openxmlformats.org/drawingml/2006/main">
            <a:off x="8103096" y="1905000"/>
            <a:ext cx="2062758" cy="3667125"/>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B74482FA-A8CC-4B26-BB60-A89D4E746340}"/>
              </a:ext>
            </a:extLst>
          </p:cNvPr>
          <p:cNvSpPr>
            <a:spLocks xmlns:a="http://schemas.openxmlformats.org/drawingml/2006/main" noGrp="1"/>
          </p:cNvSpPr>
          <p:nvPr/>
        </p:nvSpPr>
        <p:spPr>
          <a:xfrm xmlns:a="http://schemas.openxmlformats.org/drawingml/2006/main">
            <a:off x="7467600" y="556260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D2A48"/>
                </a:solidFill>
              </a:defRPr>
            </a:defPPr>
            <a:lvl1pPr>
              <a:defRPr sz="1275" b="1">
                <a:solidFill>
                  <a:srgbClr val="1D2A48"/>
                </a:solidFill>
              </a:defRPr>
            </a:lvl1pPr>
            <a:lvl2pPr>
              <a:defRPr sz="1275" b="1">
                <a:solidFill>
                  <a:srgbClr val="1D2A48"/>
                </a:solidFill>
              </a:defRPr>
            </a:lvl2pPr>
            <a:lvl3pPr>
              <a:defRPr sz="1275" b="1">
                <a:solidFill>
                  <a:srgbClr val="1D2A48"/>
                </a:solidFill>
              </a:defRPr>
            </a:lvl3pPr>
            <a:lvl4pPr>
              <a:defRPr sz="1275" b="1">
                <a:solidFill>
                  <a:srgbClr val="1D2A48"/>
                </a:solidFill>
              </a:defRPr>
            </a:lvl4pPr>
            <a:lvl5pPr>
              <a:defRPr sz="1275" b="1">
                <a:solidFill>
                  <a:srgbClr val="1D2A48"/>
                </a:solidFill>
              </a:defRPr>
            </a:lvl5pPr>
            <a:lvl6pPr>
              <a:defRPr sz="1275" b="1">
                <a:solidFill>
                  <a:srgbClr val="1D2A48"/>
                </a:solidFill>
              </a:defRPr>
            </a:lvl6pPr>
            <a:lvl7pPr>
              <a:defRPr sz="1275" b="1">
                <a:solidFill>
                  <a:srgbClr val="1D2A48"/>
                </a:solidFill>
              </a:defRPr>
            </a:lvl7pPr>
            <a:lvl8pPr>
              <a:defRPr sz="1275" b="1">
                <a:solidFill>
                  <a:srgbClr val="1D2A48"/>
                </a:solidFill>
              </a:defRPr>
            </a:lvl8pPr>
            <a:lvl9pPr>
              <a:defRPr sz="1275" b="1">
                <a:solidFill>
                  <a:srgbClr val="1D2A48"/>
                </a:solidFill>
              </a:defRPr>
            </a:lvl9pPr>
          </a:lstStyle>
          <a:p xmlns:a="http://schemas.openxmlformats.org/drawingml/2006/main">
            <a:pPr>
              <a:defRPr sz="1275" b="1">
                <a:solidFill>
                  <a:srgbClr val="1D2A48"/>
                </a:solidFill>
              </a:defRPr>
            </a:pPr>
            <a:r>
              <a:rPr sz="1275" b="1">
                <a:solidFill>
                  <a:srgbClr val="1D2A48"/>
                </a:solidFill>
              </a:rPr>
              <a:t>실제 Google Tasks 모바일 화면</a:t>
            </a:r>
          </a:p>
        </p:txBody>
      </p:sp>
      <p:sp>
        <p:nvSpPr>
          <p:cNvPr id="35" name="">
            <a:extLst xmlns:a="http://schemas.openxmlformats.org/drawingml/2006/main">
              <a:ext uri="{FF2B5EF4-FFF2-40B4-BE49-F238E27FC236}">
                <a16:creationId xmlns:a16="http://schemas.microsoft.com/office/drawing/2014/main" id="{93A26BA6-683B-417F-BB9B-84F4C768B3F0}"/>
              </a:ext>
            </a:extLst>
          </p:cNvPr>
          <p:cNvSpPr>
            <a:spLocks xmlns:a="http://schemas.openxmlformats.org/drawingml/2006/main" noGrp="1"/>
          </p:cNvSpPr>
          <p:nvPr/>
        </p:nvSpPr>
        <p:spPr>
          <a:xfrm xmlns:a="http://schemas.openxmlformats.org/drawingml/2006/main">
            <a:off x="7467600" y="5819775"/>
            <a:ext cx="3248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4748B"/>
                </a:solidFill>
              </a:defRPr>
            </a:defPPr>
            <a:lvl1pPr>
              <a:defRPr sz="900" b="0">
                <a:solidFill>
                  <a:srgbClr val="64748B"/>
                </a:solidFill>
              </a:defRPr>
            </a:lvl1pPr>
            <a:lvl2pPr>
              <a:defRPr sz="900" b="0">
                <a:solidFill>
                  <a:srgbClr val="64748B"/>
                </a:solidFill>
              </a:defRPr>
            </a:lvl2pPr>
            <a:lvl3pPr>
              <a:defRPr sz="900" b="0">
                <a:solidFill>
                  <a:srgbClr val="64748B"/>
                </a:solidFill>
              </a:defRPr>
            </a:lvl3pPr>
            <a:lvl4pPr>
              <a:defRPr sz="900" b="0">
                <a:solidFill>
                  <a:srgbClr val="64748B"/>
                </a:solidFill>
              </a:defRPr>
            </a:lvl4pPr>
            <a:lvl5pPr>
              <a:defRPr sz="900" b="0">
                <a:solidFill>
                  <a:srgbClr val="64748B"/>
                </a:solidFill>
              </a:defRPr>
            </a:lvl5pPr>
            <a:lvl6pPr>
              <a:defRPr sz="900" b="0">
                <a:solidFill>
                  <a:srgbClr val="64748B"/>
                </a:solidFill>
              </a:defRPr>
            </a:lvl6pPr>
            <a:lvl7pPr>
              <a:defRPr sz="900" b="0">
                <a:solidFill>
                  <a:srgbClr val="64748B"/>
                </a:solidFill>
              </a:defRPr>
            </a:lvl7pPr>
            <a:lvl8pPr>
              <a:defRPr sz="900" b="0">
                <a:solidFill>
                  <a:srgbClr val="64748B"/>
                </a:solidFill>
              </a:defRPr>
            </a:lvl8pPr>
            <a:lvl9pPr>
              <a:defRPr sz="900" b="0">
                <a:solidFill>
                  <a:srgbClr val="64748B"/>
                </a:solidFill>
              </a:defRPr>
            </a:lvl9pPr>
          </a:lstStyle>
          <a:p xmlns:a="http://schemas.openxmlformats.org/drawingml/2006/main">
            <a:pPr>
              <a:defRPr sz="900" b="0">
                <a:solidFill>
                  <a:srgbClr val="64748B"/>
                </a:solidFill>
              </a:defRPr>
            </a:pPr>
            <a:r>
              <a:rPr sz="900" b="0">
                <a:solidFill>
                  <a:srgbClr val="64748B"/>
                </a:solidFill>
              </a:rPr>
              <a:t>공식 스토어 제공 이미지</a:t>
            </a:r>
          </a:p>
        </p:txBody>
      </p:sp>
      <p:sp>
        <p:nvSpPr>
          <p:cNvPr id="36" name="">
            <a:extLst xmlns:a="http://schemas.openxmlformats.org/drawingml/2006/main">
              <a:ext uri="{FF2B5EF4-FFF2-40B4-BE49-F238E27FC236}">
                <a16:creationId xmlns:a16="http://schemas.microsoft.com/office/drawing/2014/main" id="{23B3F00D-0962-4A45-9379-C178C825504B}"/>
              </a:ext>
            </a:extLst>
          </p:cNvPr>
          <p:cNvSpPr>
            <a:spLocks xmlns:a="http://schemas.openxmlformats.org/drawingml/2006/main" noGrp="1"/>
          </p:cNvSpPr>
          <p:nvPr/>
        </p:nvSpPr>
        <p:spPr>
          <a:xfrm xmlns:a="http://schemas.openxmlformats.org/drawingml/2006/main">
            <a:off x="723900" y="6162675"/>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64748B"/>
                </a:solidFill>
              </a:defRPr>
            </a:defPPr>
            <a:lvl1pPr>
              <a:defRPr sz="900" b="0">
                <a:solidFill>
                  <a:srgbClr val="64748B"/>
                </a:solidFill>
              </a:defRPr>
            </a:lvl1pPr>
            <a:lvl2pPr>
              <a:defRPr sz="900" b="0">
                <a:solidFill>
                  <a:srgbClr val="64748B"/>
                </a:solidFill>
              </a:defRPr>
            </a:lvl2pPr>
            <a:lvl3pPr>
              <a:defRPr sz="900" b="0">
                <a:solidFill>
                  <a:srgbClr val="64748B"/>
                </a:solidFill>
              </a:defRPr>
            </a:lvl3pPr>
            <a:lvl4pPr>
              <a:defRPr sz="900" b="0">
                <a:solidFill>
                  <a:srgbClr val="64748B"/>
                </a:solidFill>
              </a:defRPr>
            </a:lvl4pPr>
            <a:lvl5pPr>
              <a:defRPr sz="900" b="0">
                <a:solidFill>
                  <a:srgbClr val="64748B"/>
                </a:solidFill>
              </a:defRPr>
            </a:lvl5pPr>
            <a:lvl6pPr>
              <a:defRPr sz="900" b="0">
                <a:solidFill>
                  <a:srgbClr val="64748B"/>
                </a:solidFill>
              </a:defRPr>
            </a:lvl6pPr>
            <a:lvl7pPr>
              <a:defRPr sz="900" b="0">
                <a:solidFill>
                  <a:srgbClr val="64748B"/>
                </a:solidFill>
              </a:defRPr>
            </a:lvl7pPr>
            <a:lvl8pPr>
              <a:defRPr sz="900" b="0">
                <a:solidFill>
                  <a:srgbClr val="64748B"/>
                </a:solidFill>
              </a:defRPr>
            </a:lvl8pPr>
            <a:lvl9pPr>
              <a:defRPr sz="900" b="0">
                <a:solidFill>
                  <a:srgbClr val="64748B"/>
                </a:solidFill>
              </a:defRPr>
            </a:lvl9pPr>
          </a:lstStyle>
          <a:p xmlns:a="http://schemas.openxmlformats.org/drawingml/2006/main">
            <a:pPr>
              <a:defRPr sz="900" b="0">
                <a:solidFill>
                  <a:srgbClr val="64748B"/>
                </a:solidFill>
              </a:defRPr>
            </a:pPr>
            <a:r>
              <a:rPr sz="900" b="0">
                <a:solidFill>
                  <a:srgbClr val="64748B"/>
                </a:solidFill>
              </a:rPr>
              <a:t>출처: Google Play 앱 페이지 (com.google.android.apps.tasks)  ·  전체 평점과 기기 필터 평점은 서로 다를 수 있음</a:t>
            </a:r>
          </a:p>
        </p:txBody>
      </p:sp>
    </p:spTree>
    <p:extLst>
      <p:ext uri="{BB962C8B-B14F-4D97-AF65-F5344CB8AC3E}">
        <p14:creationId xmlns:p14="http://schemas.microsoft.com/office/powerpoint/2010/main" val="2134043860"/>
      </p:ext>
    </p:extLst>
  </p:cSld>
</p:sld>
</file>

<file path=ppt/slides/slide3.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0A0E48-3A43-4B8C-8AC1-9A0A891C90C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A435C0-3D58-47A5-B597-E454363AC2CF}"/>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앱 목표와 대표 사용자</a:t>
            </a:r>
          </a:p>
        </p:txBody>
      </p:sp>
      <p:sp>
        <p:nvSpPr>
          <p:cNvPr id="3" name="">
            <a:extLst xmlns:a="http://schemas.openxmlformats.org/drawingml/2006/main">
              <a:ext uri="{FF2B5EF4-FFF2-40B4-BE49-F238E27FC236}">
                <a16:creationId xmlns:a16="http://schemas.microsoft.com/office/drawing/2014/main" id="{AA465908-E27F-4650-A923-C861855356D2}"/>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학생의 바쁜 하루에 필요한 정보 우선순위</a:t>
            </a:r>
          </a:p>
        </p:txBody>
      </p:sp>
      <p:sp>
        <p:nvSpPr>
          <p:cNvPr id="4" name="">
            <a:extLst xmlns:a="http://schemas.openxmlformats.org/drawingml/2006/main">
              <a:ext uri="{FF2B5EF4-FFF2-40B4-BE49-F238E27FC236}">
                <a16:creationId xmlns:a16="http://schemas.microsoft.com/office/drawing/2014/main" id="{8E553676-C241-4A73-8B31-7C965FFF021C}"/>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5DD7F5-9F5D-4551-A1E7-36903125FA22}"/>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A67215CC-858B-438A-9C7E-271A5DD1C71B}"/>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03 / 07</a:t>
            </a:r>
          </a:p>
        </p:txBody>
      </p:sp>
      <p:sp>
        <p:nvSpPr>
          <p:cNvPr id="7" name="">
            <a:extLst xmlns:a="http://schemas.openxmlformats.org/drawingml/2006/main">
              <a:ext uri="{FF2B5EF4-FFF2-40B4-BE49-F238E27FC236}">
                <a16:creationId xmlns:a16="http://schemas.microsoft.com/office/drawing/2014/main" id="{3EE59132-96C8-4C5B-A7C5-293749E0C79F}"/>
              </a:ext>
            </a:extLst>
          </p:cNvPr>
          <p:cNvSpPr>
            <a:spLocks xmlns:a="http://schemas.openxmlformats.org/drawingml/2006/main" noGrp="1"/>
          </p:cNvSpPr>
          <p:nvPr/>
        </p:nvSpPr>
        <p:spPr>
          <a:xfrm xmlns:a="http://schemas.openxmlformats.org/drawingml/2006/main">
            <a:off x="704850" y="1971675"/>
            <a:ext cx="47625" cy="27813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A05C87-536F-4FFD-A8BF-80AE348EDA02}"/>
              </a:ext>
            </a:extLst>
          </p:cNvPr>
          <p:cNvSpPr>
            <a:spLocks xmlns:a="http://schemas.openxmlformats.org/drawingml/2006/main" noGrp="1"/>
          </p:cNvSpPr>
          <p:nvPr/>
        </p:nvSpPr>
        <p:spPr>
          <a:xfrm xmlns:a="http://schemas.openxmlformats.org/drawingml/2006/main">
            <a:off x="895350" y="1971675"/>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페르소나 · 김서연(가상)</a:t>
            </a:r>
          </a:p>
        </p:txBody>
      </p:sp>
      <p:sp>
        <p:nvSpPr>
          <p:cNvPr id="9" name="">
            <a:extLst xmlns:a="http://schemas.openxmlformats.org/drawingml/2006/main">
              <a:ext uri="{FF2B5EF4-FFF2-40B4-BE49-F238E27FC236}">
                <a16:creationId xmlns:a16="http://schemas.microsoft.com/office/drawing/2014/main" id="{8784BE1C-5218-4E1B-BB90-1C0E92CE4ADA}"/>
              </a:ext>
            </a:extLst>
          </p:cNvPr>
          <p:cNvSpPr>
            <a:spLocks xmlns:a="http://schemas.openxmlformats.org/drawingml/2006/main" noGrp="1"/>
          </p:cNvSpPr>
          <p:nvPr/>
        </p:nvSpPr>
        <p:spPr>
          <a:xfrm xmlns:a="http://schemas.openxmlformats.org/drawingml/2006/main">
            <a:off x="895350" y="2390775"/>
            <a:ext cx="4657725"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22세 대학생</a:t>
            </a:r>
          </a:p>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학교·생활·개인 일정을 한 앱에 기록</a:t>
            </a:r>
          </a:p>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이동 중 스마트폰으로 짧게 확인</a:t>
            </a:r>
          </a:p>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작업의 맥락과 중요도를 빨리 판단하고 싶음</a:t>
            </a:r>
          </a:p>
        </p:txBody>
      </p:sp>
      <p:sp>
        <p:nvSpPr>
          <p:cNvPr id="10" name="">
            <a:extLst xmlns:a="http://schemas.openxmlformats.org/drawingml/2006/main">
              <a:ext uri="{FF2B5EF4-FFF2-40B4-BE49-F238E27FC236}">
                <a16:creationId xmlns:a16="http://schemas.microsoft.com/office/drawing/2014/main" id="{7BD47C97-761D-4EAD-88EA-FDF7D5CED261}"/>
              </a:ext>
            </a:extLst>
          </p:cNvPr>
          <p:cNvSpPr>
            <a:spLocks xmlns:a="http://schemas.openxmlformats.org/drawingml/2006/main" noGrp="1"/>
          </p:cNvSpPr>
          <p:nvPr/>
        </p:nvSpPr>
        <p:spPr>
          <a:xfrm xmlns:a="http://schemas.openxmlformats.org/drawingml/2006/main">
            <a:off x="6362700" y="1971675"/>
            <a:ext cx="47625" cy="27813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D13044-1C0C-4784-8AD5-083C61DBC6E9}"/>
              </a:ext>
            </a:extLst>
          </p:cNvPr>
          <p:cNvSpPr>
            <a:spLocks xmlns:a="http://schemas.openxmlformats.org/drawingml/2006/main" noGrp="1"/>
          </p:cNvSpPr>
          <p:nvPr/>
        </p:nvSpPr>
        <p:spPr>
          <a:xfrm xmlns:a="http://schemas.openxmlformats.org/drawingml/2006/main">
            <a:off x="6553200" y="1971675"/>
            <a:ext cx="4791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오늘한눈의 핵심 가치</a:t>
            </a:r>
          </a:p>
        </p:txBody>
      </p:sp>
      <p:sp>
        <p:nvSpPr>
          <p:cNvPr id="12" name="">
            <a:extLst xmlns:a="http://schemas.openxmlformats.org/drawingml/2006/main">
              <a:ext uri="{FF2B5EF4-FFF2-40B4-BE49-F238E27FC236}">
                <a16:creationId xmlns:a16="http://schemas.microsoft.com/office/drawing/2014/main" id="{B060446A-C2FD-4777-8DDE-022CBF31218A}"/>
              </a:ext>
            </a:extLst>
          </p:cNvPr>
          <p:cNvSpPr>
            <a:spLocks xmlns:a="http://schemas.openxmlformats.org/drawingml/2006/main" noGrp="1"/>
          </p:cNvSpPr>
          <p:nvPr/>
        </p:nvSpPr>
        <p:spPr>
          <a:xfrm xmlns:a="http://schemas.openxmlformats.org/drawingml/2006/main">
            <a:off x="6553200" y="2390775"/>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1D2944"/>
                </a:solidFill>
                <a:latin typeface="NanumGothic"/>
                <a:ea typeface="NanumGothic"/>
                <a:cs typeface="NanumGothic"/>
              </a:defRPr>
            </a:defPPr>
            <a:lvl1pPr algn="l">
              <a:buNone/>
              <a:defRPr sz="1725" b="0">
                <a:solidFill>
                  <a:srgbClr val="1D2944"/>
                </a:solidFill>
                <a:latin typeface="NanumGothic"/>
                <a:ea typeface="NanumGothic"/>
                <a:cs typeface="NanumGothic"/>
              </a:defRPr>
            </a:lvl1pPr>
            <a:lvl2pPr algn="l">
              <a:buNone/>
              <a:defRPr sz="1725" b="0">
                <a:solidFill>
                  <a:srgbClr val="1D2944"/>
                </a:solidFill>
                <a:latin typeface="NanumGothic"/>
                <a:ea typeface="NanumGothic"/>
                <a:cs typeface="NanumGothic"/>
              </a:defRPr>
            </a:lvl2pPr>
            <a:lvl3pPr algn="l">
              <a:buNone/>
              <a:defRPr sz="1725" b="0">
                <a:solidFill>
                  <a:srgbClr val="1D2944"/>
                </a:solidFill>
                <a:latin typeface="NanumGothic"/>
                <a:ea typeface="NanumGothic"/>
                <a:cs typeface="NanumGothic"/>
              </a:defRPr>
            </a:lvl3pPr>
            <a:lvl4pPr algn="l">
              <a:buNone/>
              <a:defRPr sz="1725" b="0">
                <a:solidFill>
                  <a:srgbClr val="1D2944"/>
                </a:solidFill>
                <a:latin typeface="NanumGothic"/>
                <a:ea typeface="NanumGothic"/>
                <a:cs typeface="NanumGothic"/>
              </a:defRPr>
            </a:lvl4pPr>
            <a:lvl5pPr algn="l">
              <a:buNone/>
              <a:defRPr sz="1725" b="0">
                <a:solidFill>
                  <a:srgbClr val="1D2944"/>
                </a:solidFill>
                <a:latin typeface="NanumGothic"/>
                <a:ea typeface="NanumGothic"/>
                <a:cs typeface="NanumGothic"/>
              </a:defRPr>
            </a:lvl5pPr>
            <a:lvl6pPr algn="l">
              <a:buNone/>
              <a:defRPr sz="1725" b="0">
                <a:solidFill>
                  <a:srgbClr val="1D2944"/>
                </a:solidFill>
                <a:latin typeface="NanumGothic"/>
                <a:ea typeface="NanumGothic"/>
                <a:cs typeface="NanumGothic"/>
              </a:defRPr>
            </a:lvl6pPr>
            <a:lvl7pPr algn="l">
              <a:buNone/>
              <a:defRPr sz="1725" b="0">
                <a:solidFill>
                  <a:srgbClr val="1D2944"/>
                </a:solidFill>
                <a:latin typeface="NanumGothic"/>
                <a:ea typeface="NanumGothic"/>
                <a:cs typeface="NanumGothic"/>
              </a:defRPr>
            </a:lvl7pPr>
            <a:lvl8pPr algn="l">
              <a:buNone/>
              <a:defRPr sz="1725" b="0">
                <a:solidFill>
                  <a:srgbClr val="1D2944"/>
                </a:solidFill>
                <a:latin typeface="NanumGothic"/>
                <a:ea typeface="NanumGothic"/>
                <a:cs typeface="NanumGothic"/>
              </a:defRPr>
            </a:lvl8pPr>
            <a:lvl9pPr algn="l">
              <a:buNone/>
              <a:defRPr sz="1725" b="0">
                <a:solidFill>
                  <a:srgbClr val="1D2944"/>
                </a:solidFill>
                <a:latin typeface="NanumGothic"/>
                <a:ea typeface="NanumGothic"/>
                <a:cs typeface="NanumGothic"/>
              </a:defRPr>
            </a:lvl9pPr>
          </a:lstStyle>
          <a:p xmlns:a="http://schemas.openxmlformats.org/drawingml/2006/main">
            <a:pPr algn="l">
              <a:buNone/>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01  카테고리 색 + 텍스트 병행</a:t>
            </a:r>
          </a:p>
          <a:p xmlns:a="http://schemas.openxmlformats.org/drawingml/2006/main">
            <a:pPr algn="l">
              <a:buNone/>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02  중요도 문자와 정렬</a:t>
            </a:r>
          </a:p>
          <a:p xmlns:a="http://schemas.openxmlformats.org/drawingml/2006/main">
            <a:pPr algn="l">
              <a:buNone/>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03  완료함에서 재확인·복구</a:t>
            </a:r>
          </a:p>
        </p:txBody>
      </p:sp>
      <p:sp>
        <p:nvSpPr>
          <p:cNvPr id="13" name="">
            <a:extLst xmlns:a="http://schemas.openxmlformats.org/drawingml/2006/main">
              <a:ext uri="{FF2B5EF4-FFF2-40B4-BE49-F238E27FC236}">
                <a16:creationId xmlns:a16="http://schemas.microsoft.com/office/drawing/2014/main" id="{8CE0F038-9975-4A2D-92BC-CD2906B9DE66}"/>
              </a:ext>
            </a:extLst>
          </p:cNvPr>
          <p:cNvSpPr>
            <a:spLocks xmlns:a="http://schemas.openxmlformats.org/drawingml/2006/main" noGrp="1"/>
          </p:cNvSpPr>
          <p:nvPr/>
        </p:nvSpPr>
        <p:spPr>
          <a:xfrm xmlns:a="http://schemas.openxmlformats.org/drawingml/2006/main">
            <a:off x="723900" y="5133975"/>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87F83"/>
                </a:solidFill>
                <a:latin typeface="NanumGothic"/>
                <a:ea typeface="NanumGothic"/>
                <a:cs typeface="NanumGothic"/>
              </a:defRPr>
            </a:defPPr>
            <a:lvl1pPr algn="l">
              <a:buNone/>
              <a:defRPr sz="1500" b="1">
                <a:solidFill>
                  <a:srgbClr val="087F83"/>
                </a:solidFill>
                <a:latin typeface="NanumGothic"/>
                <a:ea typeface="NanumGothic"/>
                <a:cs typeface="NanumGothic"/>
              </a:defRPr>
            </a:lvl1pPr>
            <a:lvl2pPr algn="l">
              <a:buNone/>
              <a:defRPr sz="1500" b="1">
                <a:solidFill>
                  <a:srgbClr val="087F83"/>
                </a:solidFill>
                <a:latin typeface="NanumGothic"/>
                <a:ea typeface="NanumGothic"/>
                <a:cs typeface="NanumGothic"/>
              </a:defRPr>
            </a:lvl2pPr>
            <a:lvl3pPr algn="l">
              <a:buNone/>
              <a:defRPr sz="1500" b="1">
                <a:solidFill>
                  <a:srgbClr val="087F83"/>
                </a:solidFill>
                <a:latin typeface="NanumGothic"/>
                <a:ea typeface="NanumGothic"/>
                <a:cs typeface="NanumGothic"/>
              </a:defRPr>
            </a:lvl3pPr>
            <a:lvl4pPr algn="l">
              <a:buNone/>
              <a:defRPr sz="1500" b="1">
                <a:solidFill>
                  <a:srgbClr val="087F83"/>
                </a:solidFill>
                <a:latin typeface="NanumGothic"/>
                <a:ea typeface="NanumGothic"/>
                <a:cs typeface="NanumGothic"/>
              </a:defRPr>
            </a:lvl4pPr>
            <a:lvl5pPr algn="l">
              <a:buNone/>
              <a:defRPr sz="1500" b="1">
                <a:solidFill>
                  <a:srgbClr val="087F83"/>
                </a:solidFill>
                <a:latin typeface="NanumGothic"/>
                <a:ea typeface="NanumGothic"/>
                <a:cs typeface="NanumGothic"/>
              </a:defRPr>
            </a:lvl5pPr>
            <a:lvl6pPr algn="l">
              <a:buNone/>
              <a:defRPr sz="1500" b="1">
                <a:solidFill>
                  <a:srgbClr val="087F83"/>
                </a:solidFill>
                <a:latin typeface="NanumGothic"/>
                <a:ea typeface="NanumGothic"/>
                <a:cs typeface="NanumGothic"/>
              </a:defRPr>
            </a:lvl6pPr>
            <a:lvl7pPr algn="l">
              <a:buNone/>
              <a:defRPr sz="1500" b="1">
                <a:solidFill>
                  <a:srgbClr val="087F83"/>
                </a:solidFill>
                <a:latin typeface="NanumGothic"/>
                <a:ea typeface="NanumGothic"/>
                <a:cs typeface="NanumGothic"/>
              </a:defRPr>
            </a:lvl7pPr>
            <a:lvl8pPr algn="l">
              <a:buNone/>
              <a:defRPr sz="1500" b="1">
                <a:solidFill>
                  <a:srgbClr val="087F83"/>
                </a:solidFill>
                <a:latin typeface="NanumGothic"/>
                <a:ea typeface="NanumGothic"/>
                <a:cs typeface="NanumGothic"/>
              </a:defRPr>
            </a:lvl8pPr>
            <a:lvl9pPr algn="l">
              <a:buNone/>
              <a:defRPr sz="1500" b="1">
                <a:solidFill>
                  <a:srgbClr val="087F83"/>
                </a:solidFill>
                <a:latin typeface="NanumGothic"/>
                <a:ea typeface="NanumGothic"/>
                <a:cs typeface="NanumGothic"/>
              </a:defRPr>
            </a:lvl9pPr>
          </a:lstStyle>
          <a:p xmlns:a="http://schemas.openxmlformats.org/drawingml/2006/main">
            <a:pPr algn="l">
              <a:buNone/>
              <a:defRPr sz="1500" b="1">
                <a:solidFill>
                  <a:srgbClr val="087F83"/>
                </a:solidFill>
                <a:latin typeface="NanumGothic"/>
                <a:ea typeface="NanumGothic"/>
                <a:cs typeface="NanumGothic"/>
              </a:defRPr>
            </a:pPr>
            <a:r>
              <a:rPr sz="1500" b="1">
                <a:solidFill>
                  <a:srgbClr val="087F83"/>
                </a:solidFill>
                <a:latin typeface="NanumGothic"/>
                <a:ea typeface="NanumGothic"/>
                <a:cs typeface="NanumGothic"/>
              </a:rPr>
              <a:t>설계 목표</a:t>
            </a:r>
          </a:p>
        </p:txBody>
      </p:sp>
      <p:sp>
        <p:nvSpPr>
          <p:cNvPr id="14" name="">
            <a:extLst xmlns:a="http://schemas.openxmlformats.org/drawingml/2006/main">
              <a:ext uri="{FF2B5EF4-FFF2-40B4-BE49-F238E27FC236}">
                <a16:creationId xmlns:a16="http://schemas.microsoft.com/office/drawing/2014/main" id="{BE9E4CE9-9823-4E36-BDE6-A335D2026574}"/>
              </a:ext>
            </a:extLst>
          </p:cNvPr>
          <p:cNvSpPr>
            <a:spLocks xmlns:a="http://schemas.openxmlformats.org/drawingml/2006/main" noGrp="1"/>
          </p:cNvSpPr>
          <p:nvPr/>
        </p:nvSpPr>
        <p:spPr>
          <a:xfrm xmlns:a="http://schemas.openxmlformats.org/drawingml/2006/main">
            <a:off x="733425" y="5514975"/>
            <a:ext cx="10144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buNone/>
              <a:defRPr sz="1950" b="1">
                <a:solidFill>
                  <a:srgbClr val="1D2944"/>
                </a:solidFill>
                <a:latin typeface="NanumGothic"/>
                <a:ea typeface="NanumGothic"/>
                <a:cs typeface="NanumGothic"/>
              </a:defRPr>
            </a:lvl1pPr>
            <a:lvl2pPr algn="l">
              <a:buNone/>
              <a:defRPr sz="1950" b="1">
                <a:solidFill>
                  <a:srgbClr val="1D2944"/>
                </a:solidFill>
                <a:latin typeface="NanumGothic"/>
                <a:ea typeface="NanumGothic"/>
                <a:cs typeface="NanumGothic"/>
              </a:defRPr>
            </a:lvl2pPr>
            <a:lvl3pPr algn="l">
              <a:buNone/>
              <a:defRPr sz="1950" b="1">
                <a:solidFill>
                  <a:srgbClr val="1D2944"/>
                </a:solidFill>
                <a:latin typeface="NanumGothic"/>
                <a:ea typeface="NanumGothic"/>
                <a:cs typeface="NanumGothic"/>
              </a:defRPr>
            </a:lvl3pPr>
            <a:lvl4pPr algn="l">
              <a:buNone/>
              <a:defRPr sz="1950" b="1">
                <a:solidFill>
                  <a:srgbClr val="1D2944"/>
                </a:solidFill>
                <a:latin typeface="NanumGothic"/>
                <a:ea typeface="NanumGothic"/>
                <a:cs typeface="NanumGothic"/>
              </a:defRPr>
            </a:lvl4pPr>
            <a:lvl5pPr algn="l">
              <a:buNone/>
              <a:defRPr sz="1950" b="1">
                <a:solidFill>
                  <a:srgbClr val="1D2944"/>
                </a:solidFill>
                <a:latin typeface="NanumGothic"/>
                <a:ea typeface="NanumGothic"/>
                <a:cs typeface="NanumGothic"/>
              </a:defRPr>
            </a:lvl5pPr>
            <a:lvl6pPr algn="l">
              <a:buNone/>
              <a:defRPr sz="1950" b="1">
                <a:solidFill>
                  <a:srgbClr val="1D2944"/>
                </a:solidFill>
                <a:latin typeface="NanumGothic"/>
                <a:ea typeface="NanumGothic"/>
                <a:cs typeface="NanumGothic"/>
              </a:defRPr>
            </a:lvl6pPr>
            <a:lvl7pPr algn="l">
              <a:buNone/>
              <a:defRPr sz="1950" b="1">
                <a:solidFill>
                  <a:srgbClr val="1D2944"/>
                </a:solidFill>
                <a:latin typeface="NanumGothic"/>
                <a:ea typeface="NanumGothic"/>
                <a:cs typeface="NanumGothic"/>
              </a:defRPr>
            </a:lvl7pPr>
            <a:lvl8pPr algn="l">
              <a:buNone/>
              <a:defRPr sz="1950" b="1">
                <a:solidFill>
                  <a:srgbClr val="1D2944"/>
                </a:solidFill>
                <a:latin typeface="NanumGothic"/>
                <a:ea typeface="NanumGothic"/>
                <a:cs typeface="NanumGothic"/>
              </a:defRPr>
            </a:lvl8pPr>
            <a:lvl9pPr algn="l">
              <a:buNone/>
              <a:defRPr sz="1950" b="1">
                <a:solidFill>
                  <a:srgbClr val="1D2944"/>
                </a:solidFill>
                <a:latin typeface="NanumGothic"/>
                <a:ea typeface="NanumGothic"/>
                <a:cs typeface="NanumGothic"/>
              </a:defRPr>
            </a:lvl9pPr>
          </a:lstStyle>
          <a:p xmlns:a="http://schemas.openxmlformats.org/drawingml/2006/main">
            <a:pPr algn="l">
              <a:buNone/>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사용자가 열자마자 “어느 카테고리의 무엇을 먼저 할까?”를 이해하는 UI</a:t>
            </a:r>
          </a:p>
        </p:txBody>
      </p:sp>
    </p:spTree>
    <p:extLst>
      <p:ext uri="{BB962C8B-B14F-4D97-AF65-F5344CB8AC3E}">
        <p14:creationId xmlns:p14="http://schemas.microsoft.com/office/powerpoint/2010/main" val="1179596511"/>
      </p:ext>
    </p:extLst>
  </p:cSld>
</p:sld>
</file>

<file path=ppt/slides/slide4.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5D237E3-A8BC-44F0-953E-FA449143CA5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621ADA-90EC-4B30-BE3C-C2173F32068D}"/>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사용자 여정과 감정 저점</a:t>
            </a:r>
          </a:p>
        </p:txBody>
      </p:sp>
      <p:sp>
        <p:nvSpPr>
          <p:cNvPr id="3" name="">
            <a:extLst xmlns:a="http://schemas.openxmlformats.org/drawingml/2006/main">
              <a:ext uri="{FF2B5EF4-FFF2-40B4-BE49-F238E27FC236}">
                <a16:creationId xmlns:a16="http://schemas.microsoft.com/office/drawing/2014/main" id="{F174F667-A53C-43EF-9963-DD2AC2B8B1CC}"/>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페르소나 기반 가상 시나리오 · 실측 사용자 조사 결과 아님</a:t>
            </a:r>
          </a:p>
        </p:txBody>
      </p:sp>
      <p:sp>
        <p:nvSpPr>
          <p:cNvPr id="4" name="">
            <a:extLst xmlns:a="http://schemas.openxmlformats.org/drawingml/2006/main">
              <a:ext uri="{FF2B5EF4-FFF2-40B4-BE49-F238E27FC236}">
                <a16:creationId xmlns:a16="http://schemas.microsoft.com/office/drawing/2014/main" id="{D00E5AB3-9755-4DB9-A767-8D365037E0C3}"/>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E1490B-356D-4206-829E-E2B8377C77AA}"/>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00F1113E-81FB-457D-853F-0DD70A9A8172}"/>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04 / 07</a:t>
            </a:r>
          </a:p>
        </p:txBody>
      </p:sp>
      <p:sp>
        <p:nvSpPr>
          <p:cNvPr id="7" name="">
            <a:extLst xmlns:a="http://schemas.openxmlformats.org/drawingml/2006/main">
              <a:ext uri="{FF2B5EF4-FFF2-40B4-BE49-F238E27FC236}">
                <a16:creationId xmlns:a16="http://schemas.microsoft.com/office/drawing/2014/main" id="{3E32A0DA-1E6D-4C5D-81AB-6278211688A8}"/>
              </a:ext>
            </a:extLst>
          </p:cNvPr>
          <p:cNvSpPr>
            <a:spLocks xmlns:a="http://schemas.openxmlformats.org/drawingml/2006/main" noGrp="1"/>
          </p:cNvSpPr>
          <p:nvPr/>
        </p:nvSpPr>
        <p:spPr>
          <a:xfrm xmlns:a="http://schemas.openxmlformats.org/drawingml/2006/main">
            <a:off x="66675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8ACBD99-FFC9-41B3-A836-825ED3F3F5BE}"/>
              </a:ext>
            </a:extLst>
          </p:cNvPr>
          <p:cNvSpPr>
            <a:spLocks xmlns:a="http://schemas.openxmlformats.org/drawingml/2006/main" noGrp="1"/>
          </p:cNvSpPr>
          <p:nvPr/>
        </p:nvSpPr>
        <p:spPr>
          <a:xfrm xmlns:a="http://schemas.openxmlformats.org/drawingml/2006/main">
            <a:off x="80010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01 진입</a:t>
            </a:r>
          </a:p>
        </p:txBody>
      </p:sp>
      <p:sp>
        <p:nvSpPr>
          <p:cNvPr id="9" name="">
            <a:extLst xmlns:a="http://schemas.openxmlformats.org/drawingml/2006/main">
              <a:ext uri="{FF2B5EF4-FFF2-40B4-BE49-F238E27FC236}">
                <a16:creationId xmlns:a16="http://schemas.microsoft.com/office/drawing/2014/main" id="{C19066A7-E8D8-418B-BC89-72B853E28C8D}"/>
              </a:ext>
            </a:extLst>
          </p:cNvPr>
          <p:cNvSpPr>
            <a:spLocks xmlns:a="http://schemas.openxmlformats.org/drawingml/2006/main" noGrp="1"/>
          </p:cNvSpPr>
          <p:nvPr/>
        </p:nvSpPr>
        <p:spPr>
          <a:xfrm xmlns:a="http://schemas.openxmlformats.org/drawingml/2006/main">
            <a:off x="80010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오늘 확인</a:t>
            </a:r>
          </a:p>
        </p:txBody>
      </p:sp>
      <p:sp>
        <p:nvSpPr>
          <p:cNvPr id="10" name="">
            <a:extLst xmlns:a="http://schemas.openxmlformats.org/drawingml/2006/main">
              <a:ext uri="{FF2B5EF4-FFF2-40B4-BE49-F238E27FC236}">
                <a16:creationId xmlns:a16="http://schemas.microsoft.com/office/drawing/2014/main" id="{BB7ADE64-8FD3-44DF-BB50-FA55127DD306}"/>
              </a:ext>
            </a:extLst>
          </p:cNvPr>
          <p:cNvSpPr>
            <a:spLocks xmlns:a="http://schemas.openxmlformats.org/drawingml/2006/main" noGrp="1"/>
          </p:cNvSpPr>
          <p:nvPr/>
        </p:nvSpPr>
        <p:spPr>
          <a:xfrm xmlns:a="http://schemas.openxmlformats.org/drawingml/2006/main">
            <a:off x="80010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기대</a:t>
            </a:r>
          </a:p>
        </p:txBody>
      </p:sp>
      <p:sp>
        <p:nvSpPr>
          <p:cNvPr id="11" name="">
            <a:extLst xmlns:a="http://schemas.openxmlformats.org/drawingml/2006/main">
              <a:ext uri="{FF2B5EF4-FFF2-40B4-BE49-F238E27FC236}">
                <a16:creationId xmlns:a16="http://schemas.microsoft.com/office/drawing/2014/main" id="{ED27FF81-43E3-4201-B2E1-6CCCA7BFC756}"/>
              </a:ext>
            </a:extLst>
          </p:cNvPr>
          <p:cNvSpPr>
            <a:spLocks xmlns:a="http://schemas.openxmlformats.org/drawingml/2006/main" noGrp="1"/>
          </p:cNvSpPr>
          <p:nvPr/>
        </p:nvSpPr>
        <p:spPr>
          <a:xfrm xmlns:a="http://schemas.openxmlformats.org/drawingml/2006/main">
            <a:off x="2886075" y="2152650"/>
            <a:ext cx="1981200" cy="2352675"/>
          </a:xfrm>
          <a:prstGeom xmlns:a="http://schemas.openxmlformats.org/drawingml/2006/main" prst="roundRect">
            <a:avLst>
              <a:gd name="adj" fmla="val 3846"/>
            </a:avLst>
          </a:prstGeom>
          <a:solidFill xmlns:a="http://schemas.openxmlformats.org/drawingml/2006/main">
            <a:srgbClr val="FFF1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965B67-AA23-43F9-9B8D-7B3617E27FED}"/>
              </a:ext>
            </a:extLst>
          </p:cNvPr>
          <p:cNvSpPr>
            <a:spLocks xmlns:a="http://schemas.openxmlformats.org/drawingml/2006/main" noGrp="1"/>
          </p:cNvSpPr>
          <p:nvPr/>
        </p:nvSpPr>
        <p:spPr>
          <a:xfrm xmlns:a="http://schemas.openxmlformats.org/drawingml/2006/main">
            <a:off x="3019425"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85D58"/>
                </a:solidFill>
                <a:latin typeface="NanumGothic"/>
                <a:ea typeface="NanumGothic"/>
                <a:cs typeface="NanumGothic"/>
              </a:defRPr>
            </a:defPPr>
            <a:lvl1pPr algn="l">
              <a:buNone/>
              <a:defRPr sz="1425" b="1">
                <a:solidFill>
                  <a:srgbClr val="D85D58"/>
                </a:solidFill>
                <a:latin typeface="NanumGothic"/>
                <a:ea typeface="NanumGothic"/>
                <a:cs typeface="NanumGothic"/>
              </a:defRPr>
            </a:lvl1pPr>
            <a:lvl2pPr algn="l">
              <a:buNone/>
              <a:defRPr sz="1425" b="1">
                <a:solidFill>
                  <a:srgbClr val="D85D58"/>
                </a:solidFill>
                <a:latin typeface="NanumGothic"/>
                <a:ea typeface="NanumGothic"/>
                <a:cs typeface="NanumGothic"/>
              </a:defRPr>
            </a:lvl2pPr>
            <a:lvl3pPr algn="l">
              <a:buNone/>
              <a:defRPr sz="1425" b="1">
                <a:solidFill>
                  <a:srgbClr val="D85D58"/>
                </a:solidFill>
                <a:latin typeface="NanumGothic"/>
                <a:ea typeface="NanumGothic"/>
                <a:cs typeface="NanumGothic"/>
              </a:defRPr>
            </a:lvl3pPr>
            <a:lvl4pPr algn="l">
              <a:buNone/>
              <a:defRPr sz="1425" b="1">
                <a:solidFill>
                  <a:srgbClr val="D85D58"/>
                </a:solidFill>
                <a:latin typeface="NanumGothic"/>
                <a:ea typeface="NanumGothic"/>
                <a:cs typeface="NanumGothic"/>
              </a:defRPr>
            </a:lvl4pPr>
            <a:lvl5pPr algn="l">
              <a:buNone/>
              <a:defRPr sz="1425" b="1">
                <a:solidFill>
                  <a:srgbClr val="D85D58"/>
                </a:solidFill>
                <a:latin typeface="NanumGothic"/>
                <a:ea typeface="NanumGothic"/>
                <a:cs typeface="NanumGothic"/>
              </a:defRPr>
            </a:lvl5pPr>
            <a:lvl6pPr algn="l">
              <a:buNone/>
              <a:defRPr sz="1425" b="1">
                <a:solidFill>
                  <a:srgbClr val="D85D58"/>
                </a:solidFill>
                <a:latin typeface="NanumGothic"/>
                <a:ea typeface="NanumGothic"/>
                <a:cs typeface="NanumGothic"/>
              </a:defRPr>
            </a:lvl6pPr>
            <a:lvl7pPr algn="l">
              <a:buNone/>
              <a:defRPr sz="1425" b="1">
                <a:solidFill>
                  <a:srgbClr val="D85D58"/>
                </a:solidFill>
                <a:latin typeface="NanumGothic"/>
                <a:ea typeface="NanumGothic"/>
                <a:cs typeface="NanumGothic"/>
              </a:defRPr>
            </a:lvl7pPr>
            <a:lvl8pPr algn="l">
              <a:buNone/>
              <a:defRPr sz="1425" b="1">
                <a:solidFill>
                  <a:srgbClr val="D85D58"/>
                </a:solidFill>
                <a:latin typeface="NanumGothic"/>
                <a:ea typeface="NanumGothic"/>
                <a:cs typeface="NanumGothic"/>
              </a:defRPr>
            </a:lvl8pPr>
            <a:lvl9pPr algn="l">
              <a:buNone/>
              <a:defRPr sz="1425" b="1">
                <a:solidFill>
                  <a:srgbClr val="D85D58"/>
                </a:solidFill>
                <a:latin typeface="NanumGothic"/>
                <a:ea typeface="NanumGothic"/>
                <a:cs typeface="NanumGothic"/>
              </a:defRPr>
            </a:lvl9pPr>
          </a:lstStyle>
          <a:p xmlns:a="http://schemas.openxmlformats.org/drawingml/2006/main">
            <a:pPr algn="l">
              <a:buNone/>
              <a:defRPr sz="1425" b="1">
                <a:solidFill>
                  <a:srgbClr val="D85D58"/>
                </a:solidFill>
                <a:latin typeface="NanumGothic"/>
                <a:ea typeface="NanumGothic"/>
                <a:cs typeface="NanumGothic"/>
              </a:defRPr>
            </a:pPr>
            <a:r>
              <a:rPr sz="1425" b="1">
                <a:solidFill>
                  <a:srgbClr val="D85D58"/>
                </a:solidFill>
                <a:latin typeface="NanumGothic"/>
                <a:ea typeface="NanumGothic"/>
                <a:cs typeface="NanumGothic"/>
              </a:rPr>
              <a:t>02 탐색</a:t>
            </a:r>
          </a:p>
        </p:txBody>
      </p:sp>
      <p:sp>
        <p:nvSpPr>
          <p:cNvPr id="13" name="">
            <a:extLst xmlns:a="http://schemas.openxmlformats.org/drawingml/2006/main">
              <a:ext uri="{FF2B5EF4-FFF2-40B4-BE49-F238E27FC236}">
                <a16:creationId xmlns:a16="http://schemas.microsoft.com/office/drawing/2014/main" id="{26D395AA-C892-4EA0-8CFF-D0B8315EC80F}"/>
              </a:ext>
            </a:extLst>
          </p:cNvPr>
          <p:cNvSpPr>
            <a:spLocks xmlns:a="http://schemas.openxmlformats.org/drawingml/2006/main" noGrp="1"/>
          </p:cNvSpPr>
          <p:nvPr/>
        </p:nvSpPr>
        <p:spPr>
          <a:xfrm xmlns:a="http://schemas.openxmlformats.org/drawingml/2006/main">
            <a:off x="3019425"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학교/생활 구분</a:t>
            </a:r>
          </a:p>
        </p:txBody>
      </p:sp>
      <p:sp>
        <p:nvSpPr>
          <p:cNvPr id="14" name="">
            <a:extLst xmlns:a="http://schemas.openxmlformats.org/drawingml/2006/main">
              <a:ext uri="{FF2B5EF4-FFF2-40B4-BE49-F238E27FC236}">
                <a16:creationId xmlns:a16="http://schemas.microsoft.com/office/drawing/2014/main" id="{E24D2621-3FA0-4AD7-9147-FA4F88678A85}"/>
              </a:ext>
            </a:extLst>
          </p:cNvPr>
          <p:cNvSpPr>
            <a:spLocks xmlns:a="http://schemas.openxmlformats.org/drawingml/2006/main" noGrp="1"/>
          </p:cNvSpPr>
          <p:nvPr/>
        </p:nvSpPr>
        <p:spPr>
          <a:xfrm xmlns:a="http://schemas.openxmlformats.org/drawingml/2006/main">
            <a:off x="3019425"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D85D58"/>
                </a:solidFill>
                <a:latin typeface="NanumGothic"/>
                <a:ea typeface="NanumGothic"/>
                <a:cs typeface="NanumGothic"/>
              </a:defRPr>
            </a:defPPr>
            <a:lvl1pPr algn="l">
              <a:buNone/>
              <a:defRPr sz="1350" b="0">
                <a:solidFill>
                  <a:srgbClr val="D85D58"/>
                </a:solidFill>
                <a:latin typeface="NanumGothic"/>
                <a:ea typeface="NanumGothic"/>
                <a:cs typeface="NanumGothic"/>
              </a:defRPr>
            </a:lvl1pPr>
            <a:lvl2pPr algn="l">
              <a:buNone/>
              <a:defRPr sz="1350" b="0">
                <a:solidFill>
                  <a:srgbClr val="D85D58"/>
                </a:solidFill>
                <a:latin typeface="NanumGothic"/>
                <a:ea typeface="NanumGothic"/>
                <a:cs typeface="NanumGothic"/>
              </a:defRPr>
            </a:lvl2pPr>
            <a:lvl3pPr algn="l">
              <a:buNone/>
              <a:defRPr sz="1350" b="0">
                <a:solidFill>
                  <a:srgbClr val="D85D58"/>
                </a:solidFill>
                <a:latin typeface="NanumGothic"/>
                <a:ea typeface="NanumGothic"/>
                <a:cs typeface="NanumGothic"/>
              </a:defRPr>
            </a:lvl3pPr>
            <a:lvl4pPr algn="l">
              <a:buNone/>
              <a:defRPr sz="1350" b="0">
                <a:solidFill>
                  <a:srgbClr val="D85D58"/>
                </a:solidFill>
                <a:latin typeface="NanumGothic"/>
                <a:ea typeface="NanumGothic"/>
                <a:cs typeface="NanumGothic"/>
              </a:defRPr>
            </a:lvl4pPr>
            <a:lvl5pPr algn="l">
              <a:buNone/>
              <a:defRPr sz="1350" b="0">
                <a:solidFill>
                  <a:srgbClr val="D85D58"/>
                </a:solidFill>
                <a:latin typeface="NanumGothic"/>
                <a:ea typeface="NanumGothic"/>
                <a:cs typeface="NanumGothic"/>
              </a:defRPr>
            </a:lvl5pPr>
            <a:lvl6pPr algn="l">
              <a:buNone/>
              <a:defRPr sz="1350" b="0">
                <a:solidFill>
                  <a:srgbClr val="D85D58"/>
                </a:solidFill>
                <a:latin typeface="NanumGothic"/>
                <a:ea typeface="NanumGothic"/>
                <a:cs typeface="NanumGothic"/>
              </a:defRPr>
            </a:lvl6pPr>
            <a:lvl7pPr algn="l">
              <a:buNone/>
              <a:defRPr sz="1350" b="0">
                <a:solidFill>
                  <a:srgbClr val="D85D58"/>
                </a:solidFill>
                <a:latin typeface="NanumGothic"/>
                <a:ea typeface="NanumGothic"/>
                <a:cs typeface="NanumGothic"/>
              </a:defRPr>
            </a:lvl7pPr>
            <a:lvl8pPr algn="l">
              <a:buNone/>
              <a:defRPr sz="1350" b="0">
                <a:solidFill>
                  <a:srgbClr val="D85D58"/>
                </a:solidFill>
                <a:latin typeface="NanumGothic"/>
                <a:ea typeface="NanumGothic"/>
                <a:cs typeface="NanumGothic"/>
              </a:defRPr>
            </a:lvl8pPr>
            <a:lvl9pPr algn="l">
              <a:buNone/>
              <a:defRPr sz="1350" b="0">
                <a:solidFill>
                  <a:srgbClr val="D85D58"/>
                </a:solidFill>
                <a:latin typeface="NanumGothic"/>
                <a:ea typeface="NanumGothic"/>
                <a:cs typeface="NanumGothic"/>
              </a:defRPr>
            </a:lvl9pPr>
          </a:lstStyle>
          <a:p xmlns:a="http://schemas.openxmlformats.org/drawingml/2006/main">
            <a:pPr algn="l">
              <a:buNone/>
              <a:defRPr sz="1350" b="0">
                <a:solidFill>
                  <a:srgbClr val="D85D58"/>
                </a:solidFill>
                <a:latin typeface="NanumGothic"/>
                <a:ea typeface="NanumGothic"/>
                <a:cs typeface="NanumGothic"/>
              </a:defRPr>
            </a:pPr>
            <a:r>
              <a:rPr sz="1350" b="0">
                <a:solidFill>
                  <a:srgbClr val="D85D58"/>
                </a:solidFill>
                <a:latin typeface="NanumGothic"/>
                <a:ea typeface="NanumGothic"/>
                <a:cs typeface="NanumGothic"/>
              </a:rPr>
              <a:t>혼란 · 최저점</a:t>
            </a:r>
          </a:p>
        </p:txBody>
      </p:sp>
      <p:sp>
        <p:nvSpPr>
          <p:cNvPr id="15" name="">
            <a:extLst xmlns:a="http://schemas.openxmlformats.org/drawingml/2006/main">
              <a:ext uri="{FF2B5EF4-FFF2-40B4-BE49-F238E27FC236}">
                <a16:creationId xmlns:a16="http://schemas.microsoft.com/office/drawing/2014/main" id="{0086C803-D9B8-4881-9711-430E3A8C841C}"/>
              </a:ext>
            </a:extLst>
          </p:cNvPr>
          <p:cNvSpPr>
            <a:spLocks xmlns:a="http://schemas.openxmlformats.org/drawingml/2006/main" noGrp="1"/>
          </p:cNvSpPr>
          <p:nvPr/>
        </p:nvSpPr>
        <p:spPr>
          <a:xfrm xmlns:a="http://schemas.openxmlformats.org/drawingml/2006/main">
            <a:off x="510540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9877B4-57FE-48A5-8657-0FC8E5E897BC}"/>
              </a:ext>
            </a:extLst>
          </p:cNvPr>
          <p:cNvSpPr>
            <a:spLocks xmlns:a="http://schemas.openxmlformats.org/drawingml/2006/main" noGrp="1"/>
          </p:cNvSpPr>
          <p:nvPr/>
        </p:nvSpPr>
        <p:spPr>
          <a:xfrm xmlns:a="http://schemas.openxmlformats.org/drawingml/2006/main">
            <a:off x="523875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03 판단</a:t>
            </a:r>
          </a:p>
        </p:txBody>
      </p:sp>
      <p:sp>
        <p:nvSpPr>
          <p:cNvPr id="17" name="">
            <a:extLst xmlns:a="http://schemas.openxmlformats.org/drawingml/2006/main">
              <a:ext uri="{FF2B5EF4-FFF2-40B4-BE49-F238E27FC236}">
                <a16:creationId xmlns:a16="http://schemas.microsoft.com/office/drawing/2014/main" id="{1C217F3E-8876-4CC6-BEF3-265BD7470FB5}"/>
              </a:ext>
            </a:extLst>
          </p:cNvPr>
          <p:cNvSpPr>
            <a:spLocks xmlns:a="http://schemas.openxmlformats.org/drawingml/2006/main" noGrp="1"/>
          </p:cNvSpPr>
          <p:nvPr/>
        </p:nvSpPr>
        <p:spPr>
          <a:xfrm xmlns:a="http://schemas.openxmlformats.org/drawingml/2006/main">
            <a:off x="523875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우선순위 선택</a:t>
            </a:r>
          </a:p>
        </p:txBody>
      </p:sp>
      <p:sp>
        <p:nvSpPr>
          <p:cNvPr id="18" name="">
            <a:extLst xmlns:a="http://schemas.openxmlformats.org/drawingml/2006/main">
              <a:ext uri="{FF2B5EF4-FFF2-40B4-BE49-F238E27FC236}">
                <a16:creationId xmlns:a16="http://schemas.microsoft.com/office/drawing/2014/main" id="{E844ECD2-62C5-4B50-B57B-ABCC6D7E6016}"/>
              </a:ext>
            </a:extLst>
          </p:cNvPr>
          <p:cNvSpPr>
            <a:spLocks xmlns:a="http://schemas.openxmlformats.org/drawingml/2006/main" noGrp="1"/>
          </p:cNvSpPr>
          <p:nvPr/>
        </p:nvSpPr>
        <p:spPr>
          <a:xfrm xmlns:a="http://schemas.openxmlformats.org/drawingml/2006/main">
            <a:off x="523875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불확실</a:t>
            </a:r>
          </a:p>
        </p:txBody>
      </p:sp>
      <p:sp>
        <p:nvSpPr>
          <p:cNvPr id="19" name="">
            <a:extLst xmlns:a="http://schemas.openxmlformats.org/drawingml/2006/main">
              <a:ext uri="{FF2B5EF4-FFF2-40B4-BE49-F238E27FC236}">
                <a16:creationId xmlns:a16="http://schemas.microsoft.com/office/drawing/2014/main" id="{222C1D81-0F03-4553-BD92-C3532CA5C7A3}"/>
              </a:ext>
            </a:extLst>
          </p:cNvPr>
          <p:cNvSpPr>
            <a:spLocks xmlns:a="http://schemas.openxmlformats.org/drawingml/2006/main" noGrp="1"/>
          </p:cNvSpPr>
          <p:nvPr/>
        </p:nvSpPr>
        <p:spPr>
          <a:xfrm xmlns:a="http://schemas.openxmlformats.org/drawingml/2006/main">
            <a:off x="7324725"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537047-FD6B-4E07-B63E-5D59CEF8F8E7}"/>
              </a:ext>
            </a:extLst>
          </p:cNvPr>
          <p:cNvSpPr>
            <a:spLocks xmlns:a="http://schemas.openxmlformats.org/drawingml/2006/main" noGrp="1"/>
          </p:cNvSpPr>
          <p:nvPr/>
        </p:nvSpPr>
        <p:spPr>
          <a:xfrm xmlns:a="http://schemas.openxmlformats.org/drawingml/2006/main">
            <a:off x="7458075"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04 행동</a:t>
            </a:r>
          </a:p>
        </p:txBody>
      </p:sp>
      <p:sp>
        <p:nvSpPr>
          <p:cNvPr id="21" name="">
            <a:extLst xmlns:a="http://schemas.openxmlformats.org/drawingml/2006/main">
              <a:ext uri="{FF2B5EF4-FFF2-40B4-BE49-F238E27FC236}">
                <a16:creationId xmlns:a16="http://schemas.microsoft.com/office/drawing/2014/main" id="{E98ABBB1-2E72-4919-B478-EB2C89981E2C}"/>
              </a:ext>
            </a:extLst>
          </p:cNvPr>
          <p:cNvSpPr>
            <a:spLocks xmlns:a="http://schemas.openxmlformats.org/drawingml/2006/main" noGrp="1"/>
          </p:cNvSpPr>
          <p:nvPr/>
        </p:nvSpPr>
        <p:spPr>
          <a:xfrm xmlns:a="http://schemas.openxmlformats.org/drawingml/2006/main">
            <a:off x="7458075"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추가·완료</a:t>
            </a:r>
          </a:p>
        </p:txBody>
      </p:sp>
      <p:sp>
        <p:nvSpPr>
          <p:cNvPr id="22" name="">
            <a:extLst xmlns:a="http://schemas.openxmlformats.org/drawingml/2006/main">
              <a:ext uri="{FF2B5EF4-FFF2-40B4-BE49-F238E27FC236}">
                <a16:creationId xmlns:a16="http://schemas.microsoft.com/office/drawing/2014/main" id="{5D230186-4E8B-4372-BD1D-4AE2009BCE1E}"/>
              </a:ext>
            </a:extLst>
          </p:cNvPr>
          <p:cNvSpPr>
            <a:spLocks xmlns:a="http://schemas.openxmlformats.org/drawingml/2006/main" noGrp="1"/>
          </p:cNvSpPr>
          <p:nvPr/>
        </p:nvSpPr>
        <p:spPr>
          <a:xfrm xmlns:a="http://schemas.openxmlformats.org/drawingml/2006/main">
            <a:off x="7458075"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안도</a:t>
            </a:r>
          </a:p>
        </p:txBody>
      </p:sp>
      <p:sp>
        <p:nvSpPr>
          <p:cNvPr id="23" name="">
            <a:extLst xmlns:a="http://schemas.openxmlformats.org/drawingml/2006/main">
              <a:ext uri="{FF2B5EF4-FFF2-40B4-BE49-F238E27FC236}">
                <a16:creationId xmlns:a16="http://schemas.microsoft.com/office/drawing/2014/main" id="{3E56A2A0-7F2D-4363-A9F9-9458E95F6C55}"/>
              </a:ext>
            </a:extLst>
          </p:cNvPr>
          <p:cNvSpPr>
            <a:spLocks xmlns:a="http://schemas.openxmlformats.org/drawingml/2006/main" noGrp="1"/>
          </p:cNvSpPr>
          <p:nvPr/>
        </p:nvSpPr>
        <p:spPr>
          <a:xfrm xmlns:a="http://schemas.openxmlformats.org/drawingml/2006/main">
            <a:off x="954405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5CF332A-0726-42A6-8305-547AB707E092}"/>
              </a:ext>
            </a:extLst>
          </p:cNvPr>
          <p:cNvSpPr>
            <a:spLocks xmlns:a="http://schemas.openxmlformats.org/drawingml/2006/main" noGrp="1"/>
          </p:cNvSpPr>
          <p:nvPr/>
        </p:nvSpPr>
        <p:spPr>
          <a:xfrm xmlns:a="http://schemas.openxmlformats.org/drawingml/2006/main">
            <a:off x="967740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05 재확인</a:t>
            </a:r>
          </a:p>
        </p:txBody>
      </p:sp>
      <p:sp>
        <p:nvSpPr>
          <p:cNvPr id="25" name="">
            <a:extLst xmlns:a="http://schemas.openxmlformats.org/drawingml/2006/main">
              <a:ext uri="{FF2B5EF4-FFF2-40B4-BE49-F238E27FC236}">
                <a16:creationId xmlns:a16="http://schemas.microsoft.com/office/drawing/2014/main" id="{3F0F897C-F117-4F78-A281-6F5C538C41C9}"/>
              </a:ext>
            </a:extLst>
          </p:cNvPr>
          <p:cNvSpPr>
            <a:spLocks xmlns:a="http://schemas.openxmlformats.org/drawingml/2006/main" noGrp="1"/>
          </p:cNvSpPr>
          <p:nvPr/>
        </p:nvSpPr>
        <p:spPr>
          <a:xfrm xmlns:a="http://schemas.openxmlformats.org/drawingml/2006/main">
            <a:off x="967740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buNone/>
              <a:defRPr sz="1650" b="1">
                <a:solidFill>
                  <a:srgbClr val="1D2944"/>
                </a:solidFill>
                <a:latin typeface="NanumGothic"/>
                <a:ea typeface="NanumGothic"/>
                <a:cs typeface="NanumGothic"/>
              </a:defRPr>
            </a:lvl1pPr>
            <a:lvl2pPr algn="l">
              <a:buNone/>
              <a:defRPr sz="1650" b="1">
                <a:solidFill>
                  <a:srgbClr val="1D2944"/>
                </a:solidFill>
                <a:latin typeface="NanumGothic"/>
                <a:ea typeface="NanumGothic"/>
                <a:cs typeface="NanumGothic"/>
              </a:defRPr>
            </a:lvl2pPr>
            <a:lvl3pPr algn="l">
              <a:buNone/>
              <a:defRPr sz="1650" b="1">
                <a:solidFill>
                  <a:srgbClr val="1D2944"/>
                </a:solidFill>
                <a:latin typeface="NanumGothic"/>
                <a:ea typeface="NanumGothic"/>
                <a:cs typeface="NanumGothic"/>
              </a:defRPr>
            </a:lvl3pPr>
            <a:lvl4pPr algn="l">
              <a:buNone/>
              <a:defRPr sz="1650" b="1">
                <a:solidFill>
                  <a:srgbClr val="1D2944"/>
                </a:solidFill>
                <a:latin typeface="NanumGothic"/>
                <a:ea typeface="NanumGothic"/>
                <a:cs typeface="NanumGothic"/>
              </a:defRPr>
            </a:lvl4pPr>
            <a:lvl5pPr algn="l">
              <a:buNone/>
              <a:defRPr sz="1650" b="1">
                <a:solidFill>
                  <a:srgbClr val="1D2944"/>
                </a:solidFill>
                <a:latin typeface="NanumGothic"/>
                <a:ea typeface="NanumGothic"/>
                <a:cs typeface="NanumGothic"/>
              </a:defRPr>
            </a:lvl5pPr>
            <a:lvl6pPr algn="l">
              <a:buNone/>
              <a:defRPr sz="1650" b="1">
                <a:solidFill>
                  <a:srgbClr val="1D2944"/>
                </a:solidFill>
                <a:latin typeface="NanumGothic"/>
                <a:ea typeface="NanumGothic"/>
                <a:cs typeface="NanumGothic"/>
              </a:defRPr>
            </a:lvl6pPr>
            <a:lvl7pPr algn="l">
              <a:buNone/>
              <a:defRPr sz="1650" b="1">
                <a:solidFill>
                  <a:srgbClr val="1D2944"/>
                </a:solidFill>
                <a:latin typeface="NanumGothic"/>
                <a:ea typeface="NanumGothic"/>
                <a:cs typeface="NanumGothic"/>
              </a:defRPr>
            </a:lvl7pPr>
            <a:lvl8pPr algn="l">
              <a:buNone/>
              <a:defRPr sz="1650" b="1">
                <a:solidFill>
                  <a:srgbClr val="1D2944"/>
                </a:solidFill>
                <a:latin typeface="NanumGothic"/>
                <a:ea typeface="NanumGothic"/>
                <a:cs typeface="NanumGothic"/>
              </a:defRPr>
            </a:lvl8pPr>
            <a:lvl9pPr algn="l">
              <a:buNone/>
              <a:defRPr sz="1650" b="1">
                <a:solidFill>
                  <a:srgbClr val="1D2944"/>
                </a:solidFill>
                <a:latin typeface="NanumGothic"/>
                <a:ea typeface="NanumGothic"/>
                <a:cs typeface="NanumGothic"/>
              </a:defRPr>
            </a:lvl9pPr>
          </a:lstStyle>
          <a:p xmlns:a="http://schemas.openxmlformats.org/drawingml/2006/main">
            <a:pPr algn="l">
              <a:buNone/>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완료 이력 보기</a:t>
            </a:r>
          </a:p>
        </p:txBody>
      </p:sp>
      <p:sp>
        <p:nvSpPr>
          <p:cNvPr id="26" name="">
            <a:extLst xmlns:a="http://schemas.openxmlformats.org/drawingml/2006/main">
              <a:ext uri="{FF2B5EF4-FFF2-40B4-BE49-F238E27FC236}">
                <a16:creationId xmlns:a16="http://schemas.microsoft.com/office/drawing/2014/main" id="{6A085373-6C42-4681-87F8-607D15C9EF23}"/>
              </a:ext>
            </a:extLst>
          </p:cNvPr>
          <p:cNvSpPr>
            <a:spLocks xmlns:a="http://schemas.openxmlformats.org/drawingml/2006/main" noGrp="1"/>
          </p:cNvSpPr>
          <p:nvPr/>
        </p:nvSpPr>
        <p:spPr>
          <a:xfrm xmlns:a="http://schemas.openxmlformats.org/drawingml/2006/main">
            <a:off x="967740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안정</a:t>
            </a:r>
          </a:p>
        </p:txBody>
      </p:sp>
      <p:sp>
        <p:nvSpPr>
          <p:cNvPr id="27" name="">
            <a:extLst xmlns:a="http://schemas.openxmlformats.org/drawingml/2006/main">
              <a:ext uri="{FF2B5EF4-FFF2-40B4-BE49-F238E27FC236}">
                <a16:creationId xmlns:a16="http://schemas.microsoft.com/office/drawing/2014/main" id="{38B42935-E071-42A6-94BD-80014824FCF1}"/>
              </a:ext>
            </a:extLst>
          </p:cNvPr>
          <p:cNvSpPr>
            <a:spLocks xmlns:a="http://schemas.openxmlformats.org/drawingml/2006/main" noGrp="1"/>
          </p:cNvSpPr>
          <p:nvPr/>
        </p:nvSpPr>
        <p:spPr>
          <a:xfrm xmlns:a="http://schemas.openxmlformats.org/drawingml/2006/main">
            <a:off x="695325" y="5067300"/>
            <a:ext cx="161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D85D58"/>
                </a:solidFill>
                <a:latin typeface="NanumGothic"/>
                <a:ea typeface="NanumGothic"/>
                <a:cs typeface="NanumGothic"/>
              </a:defRPr>
            </a:defPPr>
            <a:lvl1pPr algn="l">
              <a:buNone/>
              <a:defRPr sz="1650" b="1">
                <a:solidFill>
                  <a:srgbClr val="D85D58"/>
                </a:solidFill>
                <a:latin typeface="NanumGothic"/>
                <a:ea typeface="NanumGothic"/>
                <a:cs typeface="NanumGothic"/>
              </a:defRPr>
            </a:lvl1pPr>
            <a:lvl2pPr algn="l">
              <a:buNone/>
              <a:defRPr sz="1650" b="1">
                <a:solidFill>
                  <a:srgbClr val="D85D58"/>
                </a:solidFill>
                <a:latin typeface="NanumGothic"/>
                <a:ea typeface="NanumGothic"/>
                <a:cs typeface="NanumGothic"/>
              </a:defRPr>
            </a:lvl2pPr>
            <a:lvl3pPr algn="l">
              <a:buNone/>
              <a:defRPr sz="1650" b="1">
                <a:solidFill>
                  <a:srgbClr val="D85D58"/>
                </a:solidFill>
                <a:latin typeface="NanumGothic"/>
                <a:ea typeface="NanumGothic"/>
                <a:cs typeface="NanumGothic"/>
              </a:defRPr>
            </a:lvl3pPr>
            <a:lvl4pPr algn="l">
              <a:buNone/>
              <a:defRPr sz="1650" b="1">
                <a:solidFill>
                  <a:srgbClr val="D85D58"/>
                </a:solidFill>
                <a:latin typeface="NanumGothic"/>
                <a:ea typeface="NanumGothic"/>
                <a:cs typeface="NanumGothic"/>
              </a:defRPr>
            </a:lvl4pPr>
            <a:lvl5pPr algn="l">
              <a:buNone/>
              <a:defRPr sz="1650" b="1">
                <a:solidFill>
                  <a:srgbClr val="D85D58"/>
                </a:solidFill>
                <a:latin typeface="NanumGothic"/>
                <a:ea typeface="NanumGothic"/>
                <a:cs typeface="NanumGothic"/>
              </a:defRPr>
            </a:lvl5pPr>
            <a:lvl6pPr algn="l">
              <a:buNone/>
              <a:defRPr sz="1650" b="1">
                <a:solidFill>
                  <a:srgbClr val="D85D58"/>
                </a:solidFill>
                <a:latin typeface="NanumGothic"/>
                <a:ea typeface="NanumGothic"/>
                <a:cs typeface="NanumGothic"/>
              </a:defRPr>
            </a:lvl6pPr>
            <a:lvl7pPr algn="l">
              <a:buNone/>
              <a:defRPr sz="1650" b="1">
                <a:solidFill>
                  <a:srgbClr val="D85D58"/>
                </a:solidFill>
                <a:latin typeface="NanumGothic"/>
                <a:ea typeface="NanumGothic"/>
                <a:cs typeface="NanumGothic"/>
              </a:defRPr>
            </a:lvl7pPr>
            <a:lvl8pPr algn="l">
              <a:buNone/>
              <a:defRPr sz="1650" b="1">
                <a:solidFill>
                  <a:srgbClr val="D85D58"/>
                </a:solidFill>
                <a:latin typeface="NanumGothic"/>
                <a:ea typeface="NanumGothic"/>
                <a:cs typeface="NanumGothic"/>
              </a:defRPr>
            </a:lvl8pPr>
            <a:lvl9pPr algn="l">
              <a:buNone/>
              <a:defRPr sz="1650" b="1">
                <a:solidFill>
                  <a:srgbClr val="D85D58"/>
                </a:solidFill>
                <a:latin typeface="NanumGothic"/>
                <a:ea typeface="NanumGothic"/>
                <a:cs typeface="NanumGothic"/>
              </a:defRPr>
            </a:lvl9pPr>
          </a:lstStyle>
          <a:p xmlns:a="http://schemas.openxmlformats.org/drawingml/2006/main">
            <a:pPr algn="l">
              <a:buNone/>
              <a:defRPr sz="1650" b="1">
                <a:solidFill>
                  <a:srgbClr val="D85D58"/>
                </a:solidFill>
                <a:latin typeface="NanumGothic"/>
                <a:ea typeface="NanumGothic"/>
                <a:cs typeface="NanumGothic"/>
              </a:defRPr>
            </a:pPr>
            <a:r>
              <a:rPr sz="1650" b="1">
                <a:solidFill>
                  <a:srgbClr val="D85D58"/>
                </a:solidFill>
                <a:latin typeface="NanumGothic"/>
                <a:ea typeface="NanumGothic"/>
                <a:cs typeface="NanumGothic"/>
              </a:rPr>
              <a:t>우선 해결:</a:t>
            </a:r>
          </a:p>
        </p:txBody>
      </p:sp>
      <p:sp>
        <p:nvSpPr>
          <p:cNvPr id="28" name="">
            <a:extLst xmlns:a="http://schemas.openxmlformats.org/drawingml/2006/main">
              <a:ext uri="{FF2B5EF4-FFF2-40B4-BE49-F238E27FC236}">
                <a16:creationId xmlns:a16="http://schemas.microsoft.com/office/drawing/2014/main" id="{0113006C-38CF-4E70-97B4-17BF2C086E53}"/>
              </a:ext>
            </a:extLst>
          </p:cNvPr>
          <p:cNvSpPr>
            <a:spLocks xmlns:a="http://schemas.openxmlformats.org/drawingml/2006/main" noGrp="1"/>
          </p:cNvSpPr>
          <p:nvPr/>
        </p:nvSpPr>
        <p:spPr>
          <a:xfrm xmlns:a="http://schemas.openxmlformats.org/drawingml/2006/main">
            <a:off x="2333625" y="4933950"/>
            <a:ext cx="89820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D2944"/>
                </a:solidFill>
                <a:latin typeface="NanumGothic"/>
                <a:ea typeface="NanumGothic"/>
                <a:cs typeface="NanumGothic"/>
              </a:defRPr>
            </a:defPPr>
            <a:lvl1pPr algn="l">
              <a:buNone/>
              <a:defRPr sz="1875" b="1">
                <a:solidFill>
                  <a:srgbClr val="1D2944"/>
                </a:solidFill>
                <a:latin typeface="NanumGothic"/>
                <a:ea typeface="NanumGothic"/>
                <a:cs typeface="NanumGothic"/>
              </a:defRPr>
            </a:lvl1pPr>
            <a:lvl2pPr algn="l">
              <a:buNone/>
              <a:defRPr sz="1875" b="1">
                <a:solidFill>
                  <a:srgbClr val="1D2944"/>
                </a:solidFill>
                <a:latin typeface="NanumGothic"/>
                <a:ea typeface="NanumGothic"/>
                <a:cs typeface="NanumGothic"/>
              </a:defRPr>
            </a:lvl2pPr>
            <a:lvl3pPr algn="l">
              <a:buNone/>
              <a:defRPr sz="1875" b="1">
                <a:solidFill>
                  <a:srgbClr val="1D2944"/>
                </a:solidFill>
                <a:latin typeface="NanumGothic"/>
                <a:ea typeface="NanumGothic"/>
                <a:cs typeface="NanumGothic"/>
              </a:defRPr>
            </a:lvl3pPr>
            <a:lvl4pPr algn="l">
              <a:buNone/>
              <a:defRPr sz="1875" b="1">
                <a:solidFill>
                  <a:srgbClr val="1D2944"/>
                </a:solidFill>
                <a:latin typeface="NanumGothic"/>
                <a:ea typeface="NanumGothic"/>
                <a:cs typeface="NanumGothic"/>
              </a:defRPr>
            </a:lvl4pPr>
            <a:lvl5pPr algn="l">
              <a:buNone/>
              <a:defRPr sz="1875" b="1">
                <a:solidFill>
                  <a:srgbClr val="1D2944"/>
                </a:solidFill>
                <a:latin typeface="NanumGothic"/>
                <a:ea typeface="NanumGothic"/>
                <a:cs typeface="NanumGothic"/>
              </a:defRPr>
            </a:lvl5pPr>
            <a:lvl6pPr algn="l">
              <a:buNone/>
              <a:defRPr sz="1875" b="1">
                <a:solidFill>
                  <a:srgbClr val="1D2944"/>
                </a:solidFill>
                <a:latin typeface="NanumGothic"/>
                <a:ea typeface="NanumGothic"/>
                <a:cs typeface="NanumGothic"/>
              </a:defRPr>
            </a:lvl6pPr>
            <a:lvl7pPr algn="l">
              <a:buNone/>
              <a:defRPr sz="1875" b="1">
                <a:solidFill>
                  <a:srgbClr val="1D2944"/>
                </a:solidFill>
                <a:latin typeface="NanumGothic"/>
                <a:ea typeface="NanumGothic"/>
                <a:cs typeface="NanumGothic"/>
              </a:defRPr>
            </a:lvl7pPr>
            <a:lvl8pPr algn="l">
              <a:buNone/>
              <a:defRPr sz="1875" b="1">
                <a:solidFill>
                  <a:srgbClr val="1D2944"/>
                </a:solidFill>
                <a:latin typeface="NanumGothic"/>
                <a:ea typeface="NanumGothic"/>
                <a:cs typeface="NanumGothic"/>
              </a:defRPr>
            </a:lvl8pPr>
            <a:lvl9pPr algn="l">
              <a:buNone/>
              <a:defRPr sz="1875" b="1">
                <a:solidFill>
                  <a:srgbClr val="1D2944"/>
                </a:solidFill>
                <a:latin typeface="NanumGothic"/>
                <a:ea typeface="NanumGothic"/>
                <a:cs typeface="NanumGothic"/>
              </a:defRPr>
            </a:lvl9pPr>
          </a:lstStyle>
          <a:p xmlns:a="http://schemas.openxmlformats.org/drawingml/2006/main">
            <a:pPr algn="l">
              <a:buNone/>
              <a:defRPr sz="1875" b="1">
                <a:solidFill>
                  <a:srgbClr val="1D2944"/>
                </a:solidFill>
                <a:latin typeface="NanumGothic"/>
                <a:ea typeface="NanumGothic"/>
                <a:cs typeface="NanumGothic"/>
              </a:defRPr>
            </a:pPr>
            <a:r>
              <a:rPr sz="1875" b="1">
                <a:solidFill>
                  <a:srgbClr val="1D2944"/>
                </a:solidFill>
                <a:latin typeface="NanumGothic"/>
                <a:ea typeface="NanumGothic"/>
                <a:cs typeface="NanumGothic"/>
              </a:rPr>
              <a:t>탐색 단계에서 카테고리 맥락을 바로 읽을 수 있는 작업 행 구성</a:t>
            </a:r>
          </a:p>
        </p:txBody>
      </p:sp>
      <p:sp>
        <p:nvSpPr>
          <p:cNvPr id="29" name="">
            <a:extLst xmlns:a="http://schemas.openxmlformats.org/drawingml/2006/main">
              <a:ext uri="{FF2B5EF4-FFF2-40B4-BE49-F238E27FC236}">
                <a16:creationId xmlns:a16="http://schemas.microsoft.com/office/drawing/2014/main" id="{6EBFB0FA-CCC4-4262-B4A8-C888803277C9}"/>
              </a:ext>
            </a:extLst>
          </p:cNvPr>
          <p:cNvSpPr>
            <a:spLocks xmlns:a="http://schemas.openxmlformats.org/drawingml/2006/main" noGrp="1"/>
          </p:cNvSpPr>
          <p:nvPr/>
        </p:nvSpPr>
        <p:spPr>
          <a:xfrm xmlns:a="http://schemas.openxmlformats.org/drawingml/2006/main">
            <a:off x="714375" y="5810250"/>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F7083"/>
                </a:solidFill>
                <a:latin typeface="NanumGothic"/>
                <a:ea typeface="NanumGothic"/>
                <a:cs typeface="NanumGothic"/>
              </a:defRPr>
            </a:defPPr>
            <a:lvl1pPr algn="l">
              <a:buNone/>
              <a:defRPr sz="1275" b="0">
                <a:solidFill>
                  <a:srgbClr val="5F7083"/>
                </a:solidFill>
                <a:latin typeface="NanumGothic"/>
                <a:ea typeface="NanumGothic"/>
                <a:cs typeface="NanumGothic"/>
              </a:defRPr>
            </a:lvl1pPr>
            <a:lvl2pPr algn="l">
              <a:buNone/>
              <a:defRPr sz="1275" b="0">
                <a:solidFill>
                  <a:srgbClr val="5F7083"/>
                </a:solidFill>
                <a:latin typeface="NanumGothic"/>
                <a:ea typeface="NanumGothic"/>
                <a:cs typeface="NanumGothic"/>
              </a:defRPr>
            </a:lvl2pPr>
            <a:lvl3pPr algn="l">
              <a:buNone/>
              <a:defRPr sz="1275" b="0">
                <a:solidFill>
                  <a:srgbClr val="5F7083"/>
                </a:solidFill>
                <a:latin typeface="NanumGothic"/>
                <a:ea typeface="NanumGothic"/>
                <a:cs typeface="NanumGothic"/>
              </a:defRPr>
            </a:lvl3pPr>
            <a:lvl4pPr algn="l">
              <a:buNone/>
              <a:defRPr sz="1275" b="0">
                <a:solidFill>
                  <a:srgbClr val="5F7083"/>
                </a:solidFill>
                <a:latin typeface="NanumGothic"/>
                <a:ea typeface="NanumGothic"/>
                <a:cs typeface="NanumGothic"/>
              </a:defRPr>
            </a:lvl4pPr>
            <a:lvl5pPr algn="l">
              <a:buNone/>
              <a:defRPr sz="1275" b="0">
                <a:solidFill>
                  <a:srgbClr val="5F7083"/>
                </a:solidFill>
                <a:latin typeface="NanumGothic"/>
                <a:ea typeface="NanumGothic"/>
                <a:cs typeface="NanumGothic"/>
              </a:defRPr>
            </a:lvl5pPr>
            <a:lvl6pPr algn="l">
              <a:buNone/>
              <a:defRPr sz="1275" b="0">
                <a:solidFill>
                  <a:srgbClr val="5F7083"/>
                </a:solidFill>
                <a:latin typeface="NanumGothic"/>
                <a:ea typeface="NanumGothic"/>
                <a:cs typeface="NanumGothic"/>
              </a:defRPr>
            </a:lvl6pPr>
            <a:lvl7pPr algn="l">
              <a:buNone/>
              <a:defRPr sz="1275" b="0">
                <a:solidFill>
                  <a:srgbClr val="5F7083"/>
                </a:solidFill>
                <a:latin typeface="NanumGothic"/>
                <a:ea typeface="NanumGothic"/>
                <a:cs typeface="NanumGothic"/>
              </a:defRPr>
            </a:lvl7pPr>
            <a:lvl8pPr algn="l">
              <a:buNone/>
              <a:defRPr sz="1275" b="0">
                <a:solidFill>
                  <a:srgbClr val="5F7083"/>
                </a:solidFill>
                <a:latin typeface="NanumGothic"/>
                <a:ea typeface="NanumGothic"/>
                <a:cs typeface="NanumGothic"/>
              </a:defRPr>
            </a:lvl8pPr>
            <a:lvl9pPr algn="l">
              <a:buNone/>
              <a:defRPr sz="1275" b="0">
                <a:solidFill>
                  <a:srgbClr val="5F7083"/>
                </a:solidFill>
                <a:latin typeface="NanumGothic"/>
                <a:ea typeface="NanumGothic"/>
                <a:cs typeface="NanumGothic"/>
              </a:defRPr>
            </a:lvl9pPr>
          </a:lstStyle>
          <a:p xmlns:a="http://schemas.openxmlformats.org/drawingml/2006/main">
            <a:pPr algn="l">
              <a:buNone/>
              <a:defRPr sz="1275" b="0">
                <a:solidFill>
                  <a:srgbClr val="5F7083"/>
                </a:solidFill>
                <a:latin typeface="NanumGothic"/>
                <a:ea typeface="NanumGothic"/>
                <a:cs typeface="NanumGothic"/>
              </a:defRPr>
            </a:pPr>
            <a:r>
              <a:rPr sz="1275" b="0">
                <a:solidFill>
                  <a:srgbClr val="5F7083"/>
                </a:solidFill>
                <a:latin typeface="NanumGothic"/>
                <a:ea typeface="NanumGothic"/>
                <a:cs typeface="NanumGothic"/>
              </a:rPr>
              <a:t>기기: 모바일   /   AI 기능: 미채택   /   원칙: 색+문자·가역성   /   데이터: ID·제목·분류·기한·완료</a:t>
            </a:r>
          </a:p>
        </p:txBody>
      </p:sp>
    </p:spTree>
    <p:extLst>
      <p:ext uri="{BB962C8B-B14F-4D97-AF65-F5344CB8AC3E}">
        <p14:creationId xmlns:p14="http://schemas.microsoft.com/office/powerpoint/2010/main" val="2088855435"/>
      </p:ext>
    </p:extLst>
  </p:cSld>
</p:sld>
</file>

<file path=ppt/slides/slide5.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EF12964-54A0-46DE-9348-EE296585C5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67EFF5-EEEE-4F8C-ABD0-34860C94443E}"/>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5 Why: 목록을 빠르게 읽기 어려운 이유</a:t>
            </a:r>
          </a:p>
        </p:txBody>
      </p:sp>
      <p:sp>
        <p:nvSpPr>
          <p:cNvPr id="3" name="">
            <a:extLst xmlns:a="http://schemas.openxmlformats.org/drawingml/2006/main">
              <a:ext uri="{FF2B5EF4-FFF2-40B4-BE49-F238E27FC236}">
                <a16:creationId xmlns:a16="http://schemas.microsoft.com/office/drawing/2014/main" id="{ACA37E95-2EF6-498A-8408-1F2AC5B47FF3}"/>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피쉬본 원인 후보: 정보 구조 / 시각 언어 / 이용 환경 / 작업 맥락 / 접근성</a:t>
            </a:r>
          </a:p>
        </p:txBody>
      </p:sp>
      <p:sp>
        <p:nvSpPr>
          <p:cNvPr id="4" name="">
            <a:extLst xmlns:a="http://schemas.openxmlformats.org/drawingml/2006/main">
              <a:ext uri="{FF2B5EF4-FFF2-40B4-BE49-F238E27FC236}">
                <a16:creationId xmlns:a16="http://schemas.microsoft.com/office/drawing/2014/main" id="{79A8DB08-C19E-4BF7-B3A8-665F50FD4294}"/>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ED41FD-8B36-4F3E-96CB-D7C54DA19045}"/>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4EEC38B3-E1B9-419C-8C2F-0D2DED86277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05 / 07</a:t>
            </a:r>
          </a:p>
        </p:txBody>
      </p:sp>
      <p:sp>
        <p:nvSpPr>
          <p:cNvPr id="7" name="">
            <a:extLst xmlns:a="http://schemas.openxmlformats.org/drawingml/2006/main">
              <a:ext uri="{FF2B5EF4-FFF2-40B4-BE49-F238E27FC236}">
                <a16:creationId xmlns:a16="http://schemas.microsoft.com/office/drawing/2014/main" id="{008CFA2D-348B-481F-A594-C4909AF2D80E}"/>
              </a:ext>
            </a:extLst>
          </p:cNvPr>
          <p:cNvSpPr>
            <a:spLocks xmlns:a="http://schemas.openxmlformats.org/drawingml/2006/main" noGrp="1"/>
          </p:cNvSpPr>
          <p:nvPr/>
        </p:nvSpPr>
        <p:spPr>
          <a:xfrm xmlns:a="http://schemas.openxmlformats.org/drawingml/2006/main">
            <a:off x="723900" y="18954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buNone/>
              <a:defRPr sz="1800" b="1">
                <a:solidFill>
                  <a:srgbClr val="087F83"/>
                </a:solidFill>
                <a:latin typeface="NanumGothic"/>
                <a:ea typeface="NanumGothic"/>
                <a:cs typeface="NanumGothic"/>
              </a:defRPr>
            </a:lvl1pPr>
            <a:lvl2pPr algn="l">
              <a:buNone/>
              <a:defRPr sz="1800" b="1">
                <a:solidFill>
                  <a:srgbClr val="087F83"/>
                </a:solidFill>
                <a:latin typeface="NanumGothic"/>
                <a:ea typeface="NanumGothic"/>
                <a:cs typeface="NanumGothic"/>
              </a:defRPr>
            </a:lvl2pPr>
            <a:lvl3pPr algn="l">
              <a:buNone/>
              <a:defRPr sz="1800" b="1">
                <a:solidFill>
                  <a:srgbClr val="087F83"/>
                </a:solidFill>
                <a:latin typeface="NanumGothic"/>
                <a:ea typeface="NanumGothic"/>
                <a:cs typeface="NanumGothic"/>
              </a:defRPr>
            </a:lvl3pPr>
            <a:lvl4pPr algn="l">
              <a:buNone/>
              <a:defRPr sz="1800" b="1">
                <a:solidFill>
                  <a:srgbClr val="087F83"/>
                </a:solidFill>
                <a:latin typeface="NanumGothic"/>
                <a:ea typeface="NanumGothic"/>
                <a:cs typeface="NanumGothic"/>
              </a:defRPr>
            </a:lvl4pPr>
            <a:lvl5pPr algn="l">
              <a:buNone/>
              <a:defRPr sz="1800" b="1">
                <a:solidFill>
                  <a:srgbClr val="087F83"/>
                </a:solidFill>
                <a:latin typeface="NanumGothic"/>
                <a:ea typeface="NanumGothic"/>
                <a:cs typeface="NanumGothic"/>
              </a:defRPr>
            </a:lvl5pPr>
            <a:lvl6pPr algn="l">
              <a:buNone/>
              <a:defRPr sz="1800" b="1">
                <a:solidFill>
                  <a:srgbClr val="087F83"/>
                </a:solidFill>
                <a:latin typeface="NanumGothic"/>
                <a:ea typeface="NanumGothic"/>
                <a:cs typeface="NanumGothic"/>
              </a:defRPr>
            </a:lvl6pPr>
            <a:lvl7pPr algn="l">
              <a:buNone/>
              <a:defRPr sz="1800" b="1">
                <a:solidFill>
                  <a:srgbClr val="087F83"/>
                </a:solidFill>
                <a:latin typeface="NanumGothic"/>
                <a:ea typeface="NanumGothic"/>
                <a:cs typeface="NanumGothic"/>
              </a:defRPr>
            </a:lvl7pPr>
            <a:lvl8pPr algn="l">
              <a:buNone/>
              <a:defRPr sz="1800" b="1">
                <a:solidFill>
                  <a:srgbClr val="087F83"/>
                </a:solidFill>
                <a:latin typeface="NanumGothic"/>
                <a:ea typeface="NanumGothic"/>
                <a:cs typeface="NanumGothic"/>
              </a:defRPr>
            </a:lvl8pPr>
            <a:lvl9pPr algn="l">
              <a:buNone/>
              <a:defRPr sz="1800" b="1">
                <a:solidFill>
                  <a:srgbClr val="087F83"/>
                </a:solidFill>
                <a:latin typeface="NanumGothic"/>
                <a:ea typeface="NanumGothic"/>
                <a:cs typeface="NanumGothic"/>
              </a:defRPr>
            </a:lvl9pPr>
          </a:lstStyle>
          <a:p xmlns:a="http://schemas.openxmlformats.org/drawingml/2006/main">
            <a:pPr algn="l">
              <a:buNone/>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CD6D5E64-8CCA-462D-95FB-3C5413D61A19}"/>
              </a:ext>
            </a:extLst>
          </p:cNvPr>
          <p:cNvSpPr>
            <a:spLocks xmlns:a="http://schemas.openxmlformats.org/drawingml/2006/main" noGrp="1"/>
          </p:cNvSpPr>
          <p:nvPr/>
        </p:nvSpPr>
        <p:spPr>
          <a:xfrm xmlns:a="http://schemas.openxmlformats.org/drawingml/2006/main">
            <a:off x="1400175" y="18764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구분이 어렵나?     작업의 소속 맥락을 즉시 읽기 어렵다</a:t>
            </a:r>
          </a:p>
        </p:txBody>
      </p:sp>
      <p:sp>
        <p:nvSpPr>
          <p:cNvPr id="9" name="">
            <a:extLst xmlns:a="http://schemas.openxmlformats.org/drawingml/2006/main">
              <a:ext uri="{FF2B5EF4-FFF2-40B4-BE49-F238E27FC236}">
                <a16:creationId xmlns:a16="http://schemas.microsoft.com/office/drawing/2014/main" id="{1E855130-D46D-4B74-ACB9-74E7136103B5}"/>
              </a:ext>
            </a:extLst>
          </p:cNvPr>
          <p:cNvSpPr>
            <a:spLocks xmlns:a="http://schemas.openxmlformats.org/drawingml/2006/main" noGrp="1"/>
          </p:cNvSpPr>
          <p:nvPr/>
        </p:nvSpPr>
        <p:spPr>
          <a:xfrm xmlns:a="http://schemas.openxmlformats.org/drawingml/2006/main">
            <a:off x="1381125" y="246697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000CE2-1C5E-42A2-9714-E0C8B835C833}"/>
              </a:ext>
            </a:extLst>
          </p:cNvPr>
          <p:cNvSpPr>
            <a:spLocks xmlns:a="http://schemas.openxmlformats.org/drawingml/2006/main" noGrp="1"/>
          </p:cNvSpPr>
          <p:nvPr/>
        </p:nvSpPr>
        <p:spPr>
          <a:xfrm xmlns:a="http://schemas.openxmlformats.org/drawingml/2006/main">
            <a:off x="723900" y="263842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buNone/>
              <a:defRPr sz="1800" b="1">
                <a:solidFill>
                  <a:srgbClr val="087F83"/>
                </a:solidFill>
                <a:latin typeface="NanumGothic"/>
                <a:ea typeface="NanumGothic"/>
                <a:cs typeface="NanumGothic"/>
              </a:defRPr>
            </a:lvl1pPr>
            <a:lvl2pPr algn="l">
              <a:buNone/>
              <a:defRPr sz="1800" b="1">
                <a:solidFill>
                  <a:srgbClr val="087F83"/>
                </a:solidFill>
                <a:latin typeface="NanumGothic"/>
                <a:ea typeface="NanumGothic"/>
                <a:cs typeface="NanumGothic"/>
              </a:defRPr>
            </a:lvl2pPr>
            <a:lvl3pPr algn="l">
              <a:buNone/>
              <a:defRPr sz="1800" b="1">
                <a:solidFill>
                  <a:srgbClr val="087F83"/>
                </a:solidFill>
                <a:latin typeface="NanumGothic"/>
                <a:ea typeface="NanumGothic"/>
                <a:cs typeface="NanumGothic"/>
              </a:defRPr>
            </a:lvl3pPr>
            <a:lvl4pPr algn="l">
              <a:buNone/>
              <a:defRPr sz="1800" b="1">
                <a:solidFill>
                  <a:srgbClr val="087F83"/>
                </a:solidFill>
                <a:latin typeface="NanumGothic"/>
                <a:ea typeface="NanumGothic"/>
                <a:cs typeface="NanumGothic"/>
              </a:defRPr>
            </a:lvl4pPr>
            <a:lvl5pPr algn="l">
              <a:buNone/>
              <a:defRPr sz="1800" b="1">
                <a:solidFill>
                  <a:srgbClr val="087F83"/>
                </a:solidFill>
                <a:latin typeface="NanumGothic"/>
                <a:ea typeface="NanumGothic"/>
                <a:cs typeface="NanumGothic"/>
              </a:defRPr>
            </a:lvl5pPr>
            <a:lvl6pPr algn="l">
              <a:buNone/>
              <a:defRPr sz="1800" b="1">
                <a:solidFill>
                  <a:srgbClr val="087F83"/>
                </a:solidFill>
                <a:latin typeface="NanumGothic"/>
                <a:ea typeface="NanumGothic"/>
                <a:cs typeface="NanumGothic"/>
              </a:defRPr>
            </a:lvl6pPr>
            <a:lvl7pPr algn="l">
              <a:buNone/>
              <a:defRPr sz="1800" b="1">
                <a:solidFill>
                  <a:srgbClr val="087F83"/>
                </a:solidFill>
                <a:latin typeface="NanumGothic"/>
                <a:ea typeface="NanumGothic"/>
                <a:cs typeface="NanumGothic"/>
              </a:defRPr>
            </a:lvl7pPr>
            <a:lvl8pPr algn="l">
              <a:buNone/>
              <a:defRPr sz="1800" b="1">
                <a:solidFill>
                  <a:srgbClr val="087F83"/>
                </a:solidFill>
                <a:latin typeface="NanumGothic"/>
                <a:ea typeface="NanumGothic"/>
                <a:cs typeface="NanumGothic"/>
              </a:defRPr>
            </a:lvl8pPr>
            <a:lvl9pPr algn="l">
              <a:buNone/>
              <a:defRPr sz="1800" b="1">
                <a:solidFill>
                  <a:srgbClr val="087F83"/>
                </a:solidFill>
                <a:latin typeface="NanumGothic"/>
                <a:ea typeface="NanumGothic"/>
                <a:cs typeface="NanumGothic"/>
              </a:defRPr>
            </a:lvl9pPr>
          </a:lstStyle>
          <a:p xmlns:a="http://schemas.openxmlformats.org/drawingml/2006/main">
            <a:pPr algn="l">
              <a:buNone/>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C236AA62-1B0F-4457-93A6-84762259537C}"/>
              </a:ext>
            </a:extLst>
          </p:cNvPr>
          <p:cNvSpPr>
            <a:spLocks xmlns:a="http://schemas.openxmlformats.org/drawingml/2006/main" noGrp="1"/>
          </p:cNvSpPr>
          <p:nvPr/>
        </p:nvSpPr>
        <p:spPr>
          <a:xfrm xmlns:a="http://schemas.openxmlformats.org/drawingml/2006/main">
            <a:off x="1400175" y="261937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맥락이 약한가?     제목에 비해 카테고리 단서가 약할 수 있다</a:t>
            </a:r>
          </a:p>
        </p:txBody>
      </p:sp>
      <p:sp>
        <p:nvSpPr>
          <p:cNvPr id="12" name="">
            <a:extLst xmlns:a="http://schemas.openxmlformats.org/drawingml/2006/main">
              <a:ext uri="{FF2B5EF4-FFF2-40B4-BE49-F238E27FC236}">
                <a16:creationId xmlns:a16="http://schemas.microsoft.com/office/drawing/2014/main" id="{DC00E191-BFF5-495B-BAF7-7E9B9E44FF72}"/>
              </a:ext>
            </a:extLst>
          </p:cNvPr>
          <p:cNvSpPr>
            <a:spLocks xmlns:a="http://schemas.openxmlformats.org/drawingml/2006/main" noGrp="1"/>
          </p:cNvSpPr>
          <p:nvPr/>
        </p:nvSpPr>
        <p:spPr>
          <a:xfrm xmlns:a="http://schemas.openxmlformats.org/drawingml/2006/main">
            <a:off x="1381125" y="320992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655E05-202D-4D66-BC02-40EF7BA3BD17}"/>
              </a:ext>
            </a:extLst>
          </p:cNvPr>
          <p:cNvSpPr>
            <a:spLocks xmlns:a="http://schemas.openxmlformats.org/drawingml/2006/main" noGrp="1"/>
          </p:cNvSpPr>
          <p:nvPr/>
        </p:nvSpPr>
        <p:spPr>
          <a:xfrm xmlns:a="http://schemas.openxmlformats.org/drawingml/2006/main">
            <a:off x="723900" y="33813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buNone/>
              <a:defRPr sz="1800" b="1">
                <a:solidFill>
                  <a:srgbClr val="087F83"/>
                </a:solidFill>
                <a:latin typeface="NanumGothic"/>
                <a:ea typeface="NanumGothic"/>
                <a:cs typeface="NanumGothic"/>
              </a:defRPr>
            </a:lvl1pPr>
            <a:lvl2pPr algn="l">
              <a:buNone/>
              <a:defRPr sz="1800" b="1">
                <a:solidFill>
                  <a:srgbClr val="087F83"/>
                </a:solidFill>
                <a:latin typeface="NanumGothic"/>
                <a:ea typeface="NanumGothic"/>
                <a:cs typeface="NanumGothic"/>
              </a:defRPr>
            </a:lvl2pPr>
            <a:lvl3pPr algn="l">
              <a:buNone/>
              <a:defRPr sz="1800" b="1">
                <a:solidFill>
                  <a:srgbClr val="087F83"/>
                </a:solidFill>
                <a:latin typeface="NanumGothic"/>
                <a:ea typeface="NanumGothic"/>
                <a:cs typeface="NanumGothic"/>
              </a:defRPr>
            </a:lvl3pPr>
            <a:lvl4pPr algn="l">
              <a:buNone/>
              <a:defRPr sz="1800" b="1">
                <a:solidFill>
                  <a:srgbClr val="087F83"/>
                </a:solidFill>
                <a:latin typeface="NanumGothic"/>
                <a:ea typeface="NanumGothic"/>
                <a:cs typeface="NanumGothic"/>
              </a:defRPr>
            </a:lvl4pPr>
            <a:lvl5pPr algn="l">
              <a:buNone/>
              <a:defRPr sz="1800" b="1">
                <a:solidFill>
                  <a:srgbClr val="087F83"/>
                </a:solidFill>
                <a:latin typeface="NanumGothic"/>
                <a:ea typeface="NanumGothic"/>
                <a:cs typeface="NanumGothic"/>
              </a:defRPr>
            </a:lvl5pPr>
            <a:lvl6pPr algn="l">
              <a:buNone/>
              <a:defRPr sz="1800" b="1">
                <a:solidFill>
                  <a:srgbClr val="087F83"/>
                </a:solidFill>
                <a:latin typeface="NanumGothic"/>
                <a:ea typeface="NanumGothic"/>
                <a:cs typeface="NanumGothic"/>
              </a:defRPr>
            </a:lvl6pPr>
            <a:lvl7pPr algn="l">
              <a:buNone/>
              <a:defRPr sz="1800" b="1">
                <a:solidFill>
                  <a:srgbClr val="087F83"/>
                </a:solidFill>
                <a:latin typeface="NanumGothic"/>
                <a:ea typeface="NanumGothic"/>
                <a:cs typeface="NanumGothic"/>
              </a:defRPr>
            </a:lvl7pPr>
            <a:lvl8pPr algn="l">
              <a:buNone/>
              <a:defRPr sz="1800" b="1">
                <a:solidFill>
                  <a:srgbClr val="087F83"/>
                </a:solidFill>
                <a:latin typeface="NanumGothic"/>
                <a:ea typeface="NanumGothic"/>
                <a:cs typeface="NanumGothic"/>
              </a:defRPr>
            </a:lvl8pPr>
            <a:lvl9pPr algn="l">
              <a:buNone/>
              <a:defRPr sz="1800" b="1">
                <a:solidFill>
                  <a:srgbClr val="087F83"/>
                </a:solidFill>
                <a:latin typeface="NanumGothic"/>
                <a:ea typeface="NanumGothic"/>
                <a:cs typeface="NanumGothic"/>
              </a:defRPr>
            </a:lvl9pPr>
          </a:lstStyle>
          <a:p xmlns:a="http://schemas.openxmlformats.org/drawingml/2006/main">
            <a:pPr algn="l">
              <a:buNone/>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D3AEE1D0-8293-4727-81A0-02EA55AB9C05}"/>
              </a:ext>
            </a:extLst>
          </p:cNvPr>
          <p:cNvSpPr>
            <a:spLocks xmlns:a="http://schemas.openxmlformats.org/drawingml/2006/main" noGrp="1"/>
          </p:cNvSpPr>
          <p:nvPr/>
        </p:nvSpPr>
        <p:spPr>
          <a:xfrm xmlns:a="http://schemas.openxmlformats.org/drawingml/2006/main">
            <a:off x="1400175" y="33623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그렇게 보이나?   빠른 스캔을 위한 부호화 기준이 부족할 수 있다</a:t>
            </a:r>
          </a:p>
        </p:txBody>
      </p:sp>
      <p:sp>
        <p:nvSpPr>
          <p:cNvPr id="15" name="">
            <a:extLst xmlns:a="http://schemas.openxmlformats.org/drawingml/2006/main">
              <a:ext uri="{FF2B5EF4-FFF2-40B4-BE49-F238E27FC236}">
                <a16:creationId xmlns:a16="http://schemas.microsoft.com/office/drawing/2014/main" id="{DFD2E1A5-85BC-4B54-B8FB-2C08E2A4C4CB}"/>
              </a:ext>
            </a:extLst>
          </p:cNvPr>
          <p:cNvSpPr>
            <a:spLocks xmlns:a="http://schemas.openxmlformats.org/drawingml/2006/main" noGrp="1"/>
          </p:cNvSpPr>
          <p:nvPr/>
        </p:nvSpPr>
        <p:spPr>
          <a:xfrm xmlns:a="http://schemas.openxmlformats.org/drawingml/2006/main">
            <a:off x="1381125" y="395287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A055EE-54BF-4EC3-B9C4-88BE1E522FEC}"/>
              </a:ext>
            </a:extLst>
          </p:cNvPr>
          <p:cNvSpPr>
            <a:spLocks xmlns:a="http://schemas.openxmlformats.org/drawingml/2006/main" noGrp="1"/>
          </p:cNvSpPr>
          <p:nvPr/>
        </p:nvSpPr>
        <p:spPr>
          <a:xfrm xmlns:a="http://schemas.openxmlformats.org/drawingml/2006/main">
            <a:off x="723900" y="412432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buNone/>
              <a:defRPr sz="1800" b="1">
                <a:solidFill>
                  <a:srgbClr val="087F83"/>
                </a:solidFill>
                <a:latin typeface="NanumGothic"/>
                <a:ea typeface="NanumGothic"/>
                <a:cs typeface="NanumGothic"/>
              </a:defRPr>
            </a:lvl1pPr>
            <a:lvl2pPr algn="l">
              <a:buNone/>
              <a:defRPr sz="1800" b="1">
                <a:solidFill>
                  <a:srgbClr val="087F83"/>
                </a:solidFill>
                <a:latin typeface="NanumGothic"/>
                <a:ea typeface="NanumGothic"/>
                <a:cs typeface="NanumGothic"/>
              </a:defRPr>
            </a:lvl2pPr>
            <a:lvl3pPr algn="l">
              <a:buNone/>
              <a:defRPr sz="1800" b="1">
                <a:solidFill>
                  <a:srgbClr val="087F83"/>
                </a:solidFill>
                <a:latin typeface="NanumGothic"/>
                <a:ea typeface="NanumGothic"/>
                <a:cs typeface="NanumGothic"/>
              </a:defRPr>
            </a:lvl3pPr>
            <a:lvl4pPr algn="l">
              <a:buNone/>
              <a:defRPr sz="1800" b="1">
                <a:solidFill>
                  <a:srgbClr val="087F83"/>
                </a:solidFill>
                <a:latin typeface="NanumGothic"/>
                <a:ea typeface="NanumGothic"/>
                <a:cs typeface="NanumGothic"/>
              </a:defRPr>
            </a:lvl4pPr>
            <a:lvl5pPr algn="l">
              <a:buNone/>
              <a:defRPr sz="1800" b="1">
                <a:solidFill>
                  <a:srgbClr val="087F83"/>
                </a:solidFill>
                <a:latin typeface="NanumGothic"/>
                <a:ea typeface="NanumGothic"/>
                <a:cs typeface="NanumGothic"/>
              </a:defRPr>
            </a:lvl5pPr>
            <a:lvl6pPr algn="l">
              <a:buNone/>
              <a:defRPr sz="1800" b="1">
                <a:solidFill>
                  <a:srgbClr val="087F83"/>
                </a:solidFill>
                <a:latin typeface="NanumGothic"/>
                <a:ea typeface="NanumGothic"/>
                <a:cs typeface="NanumGothic"/>
              </a:defRPr>
            </a:lvl6pPr>
            <a:lvl7pPr algn="l">
              <a:buNone/>
              <a:defRPr sz="1800" b="1">
                <a:solidFill>
                  <a:srgbClr val="087F83"/>
                </a:solidFill>
                <a:latin typeface="NanumGothic"/>
                <a:ea typeface="NanumGothic"/>
                <a:cs typeface="NanumGothic"/>
              </a:defRPr>
            </a:lvl7pPr>
            <a:lvl8pPr algn="l">
              <a:buNone/>
              <a:defRPr sz="1800" b="1">
                <a:solidFill>
                  <a:srgbClr val="087F83"/>
                </a:solidFill>
                <a:latin typeface="NanumGothic"/>
                <a:ea typeface="NanumGothic"/>
                <a:cs typeface="NanumGothic"/>
              </a:defRPr>
            </a:lvl8pPr>
            <a:lvl9pPr algn="l">
              <a:buNone/>
              <a:defRPr sz="1800" b="1">
                <a:solidFill>
                  <a:srgbClr val="087F83"/>
                </a:solidFill>
                <a:latin typeface="NanumGothic"/>
                <a:ea typeface="NanumGothic"/>
                <a:cs typeface="NanumGothic"/>
              </a:defRPr>
            </a:lvl9pPr>
          </a:lstStyle>
          <a:p xmlns:a="http://schemas.openxmlformats.org/drawingml/2006/main">
            <a:pPr algn="l">
              <a:buNone/>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0ECC3953-54AA-4CC0-ABE5-99BEB2DE7AAE}"/>
              </a:ext>
            </a:extLst>
          </p:cNvPr>
          <p:cNvSpPr>
            <a:spLocks xmlns:a="http://schemas.openxmlformats.org/drawingml/2006/main" noGrp="1"/>
          </p:cNvSpPr>
          <p:nvPr/>
        </p:nvSpPr>
        <p:spPr>
          <a:xfrm xmlns:a="http://schemas.openxmlformats.org/drawingml/2006/main">
            <a:off x="1400175" y="410527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스캔이 중요하나? 여러 용도의 작업을 한 화면에서 비교한다</a:t>
            </a:r>
          </a:p>
        </p:txBody>
      </p:sp>
      <p:sp>
        <p:nvSpPr>
          <p:cNvPr id="18" name="">
            <a:extLst xmlns:a="http://schemas.openxmlformats.org/drawingml/2006/main">
              <a:ext uri="{FF2B5EF4-FFF2-40B4-BE49-F238E27FC236}">
                <a16:creationId xmlns:a16="http://schemas.microsoft.com/office/drawing/2014/main" id="{EEA2E883-FDDF-4497-B4CB-BFA936415962}"/>
              </a:ext>
            </a:extLst>
          </p:cNvPr>
          <p:cNvSpPr>
            <a:spLocks xmlns:a="http://schemas.openxmlformats.org/drawingml/2006/main" noGrp="1"/>
          </p:cNvSpPr>
          <p:nvPr/>
        </p:nvSpPr>
        <p:spPr>
          <a:xfrm xmlns:a="http://schemas.openxmlformats.org/drawingml/2006/main">
            <a:off x="1381125" y="469582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D5DBBE1-1283-499A-83AC-FAF994E889F3}"/>
              </a:ext>
            </a:extLst>
          </p:cNvPr>
          <p:cNvSpPr>
            <a:spLocks xmlns:a="http://schemas.openxmlformats.org/drawingml/2006/main" noGrp="1"/>
          </p:cNvSpPr>
          <p:nvPr/>
        </p:nvSpPr>
        <p:spPr>
          <a:xfrm xmlns:a="http://schemas.openxmlformats.org/drawingml/2006/main">
            <a:off x="723900" y="48672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buNone/>
              <a:defRPr sz="1800" b="1">
                <a:solidFill>
                  <a:srgbClr val="087F83"/>
                </a:solidFill>
                <a:latin typeface="NanumGothic"/>
                <a:ea typeface="NanumGothic"/>
                <a:cs typeface="NanumGothic"/>
              </a:defRPr>
            </a:lvl1pPr>
            <a:lvl2pPr algn="l">
              <a:buNone/>
              <a:defRPr sz="1800" b="1">
                <a:solidFill>
                  <a:srgbClr val="087F83"/>
                </a:solidFill>
                <a:latin typeface="NanumGothic"/>
                <a:ea typeface="NanumGothic"/>
                <a:cs typeface="NanumGothic"/>
              </a:defRPr>
            </a:lvl2pPr>
            <a:lvl3pPr algn="l">
              <a:buNone/>
              <a:defRPr sz="1800" b="1">
                <a:solidFill>
                  <a:srgbClr val="087F83"/>
                </a:solidFill>
                <a:latin typeface="NanumGothic"/>
                <a:ea typeface="NanumGothic"/>
                <a:cs typeface="NanumGothic"/>
              </a:defRPr>
            </a:lvl3pPr>
            <a:lvl4pPr algn="l">
              <a:buNone/>
              <a:defRPr sz="1800" b="1">
                <a:solidFill>
                  <a:srgbClr val="087F83"/>
                </a:solidFill>
                <a:latin typeface="NanumGothic"/>
                <a:ea typeface="NanumGothic"/>
                <a:cs typeface="NanumGothic"/>
              </a:defRPr>
            </a:lvl4pPr>
            <a:lvl5pPr algn="l">
              <a:buNone/>
              <a:defRPr sz="1800" b="1">
                <a:solidFill>
                  <a:srgbClr val="087F83"/>
                </a:solidFill>
                <a:latin typeface="NanumGothic"/>
                <a:ea typeface="NanumGothic"/>
                <a:cs typeface="NanumGothic"/>
              </a:defRPr>
            </a:lvl5pPr>
            <a:lvl6pPr algn="l">
              <a:buNone/>
              <a:defRPr sz="1800" b="1">
                <a:solidFill>
                  <a:srgbClr val="087F83"/>
                </a:solidFill>
                <a:latin typeface="NanumGothic"/>
                <a:ea typeface="NanumGothic"/>
                <a:cs typeface="NanumGothic"/>
              </a:defRPr>
            </a:lvl6pPr>
            <a:lvl7pPr algn="l">
              <a:buNone/>
              <a:defRPr sz="1800" b="1">
                <a:solidFill>
                  <a:srgbClr val="087F83"/>
                </a:solidFill>
                <a:latin typeface="NanumGothic"/>
                <a:ea typeface="NanumGothic"/>
                <a:cs typeface="NanumGothic"/>
              </a:defRPr>
            </a:lvl7pPr>
            <a:lvl8pPr algn="l">
              <a:buNone/>
              <a:defRPr sz="1800" b="1">
                <a:solidFill>
                  <a:srgbClr val="087F83"/>
                </a:solidFill>
                <a:latin typeface="NanumGothic"/>
                <a:ea typeface="NanumGothic"/>
                <a:cs typeface="NanumGothic"/>
              </a:defRPr>
            </a:lvl8pPr>
            <a:lvl9pPr algn="l">
              <a:buNone/>
              <a:defRPr sz="1800" b="1">
                <a:solidFill>
                  <a:srgbClr val="087F83"/>
                </a:solidFill>
                <a:latin typeface="NanumGothic"/>
                <a:ea typeface="NanumGothic"/>
                <a:cs typeface="NanumGothic"/>
              </a:defRPr>
            </a:lvl9pPr>
          </a:lstStyle>
          <a:p xmlns:a="http://schemas.openxmlformats.org/drawingml/2006/main">
            <a:pPr algn="l">
              <a:buNone/>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50F62E9A-8A61-4729-98C0-ABF40F30CCB8}"/>
              </a:ext>
            </a:extLst>
          </p:cNvPr>
          <p:cNvSpPr>
            <a:spLocks xmlns:a="http://schemas.openxmlformats.org/drawingml/2006/main" noGrp="1"/>
          </p:cNvSpPr>
          <p:nvPr/>
        </p:nvSpPr>
        <p:spPr>
          <a:xfrm xmlns:a="http://schemas.openxmlformats.org/drawingml/2006/main">
            <a:off x="1400175" y="48482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반복되나?       항목별 의미 표시가 일관되지 않을 수 있다</a:t>
            </a:r>
          </a:p>
        </p:txBody>
      </p:sp>
      <p:sp>
        <p:nvSpPr>
          <p:cNvPr id="21" name="">
            <a:extLst xmlns:a="http://schemas.openxmlformats.org/drawingml/2006/main">
              <a:ext uri="{FF2B5EF4-FFF2-40B4-BE49-F238E27FC236}">
                <a16:creationId xmlns:a16="http://schemas.microsoft.com/office/drawing/2014/main" id="{6369C12D-718F-458B-82CA-EB4E4D4E1CBB}"/>
              </a:ext>
            </a:extLst>
          </p:cNvPr>
          <p:cNvSpPr>
            <a:spLocks xmlns:a="http://schemas.openxmlformats.org/drawingml/2006/main" noGrp="1"/>
          </p:cNvSpPr>
          <p:nvPr/>
        </p:nvSpPr>
        <p:spPr>
          <a:xfrm xmlns:a="http://schemas.openxmlformats.org/drawingml/2006/main">
            <a:off x="685800" y="5705475"/>
            <a:ext cx="10668000" cy="571500"/>
          </a:xfrm>
          <a:prstGeom xmlns:a="http://schemas.openxmlformats.org/drawingml/2006/main" prst="roundRect">
            <a:avLst>
              <a:gd name="adj" fmla="val 13333"/>
            </a:avLst>
          </a:prstGeom>
          <a:solidFill xmlns:a="http://schemas.openxmlformats.org/drawingml/2006/main">
            <a:srgbClr val="E5F1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0DF735-86E3-4BA4-A513-4A99C4C3A77B}"/>
              </a:ext>
            </a:extLst>
          </p:cNvPr>
          <p:cNvSpPr>
            <a:spLocks xmlns:a="http://schemas.openxmlformats.org/drawingml/2006/main" noGrp="1"/>
          </p:cNvSpPr>
          <p:nvPr/>
        </p:nvSpPr>
        <p:spPr>
          <a:xfrm xmlns:a="http://schemas.openxmlformats.org/drawingml/2006/main">
            <a:off x="895350" y="5734050"/>
            <a:ext cx="1019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최종 우선 과제: 작업 행의 카테고리 색상 + 글자 + 중요도 문자</a:t>
            </a:r>
          </a:p>
        </p:txBody>
      </p:sp>
    </p:spTree>
    <p:extLst>
      <p:ext uri="{BB962C8B-B14F-4D97-AF65-F5344CB8AC3E}">
        <p14:creationId xmlns:p14="http://schemas.microsoft.com/office/powerpoint/2010/main" val="367198302"/>
      </p:ext>
    </p:extLst>
  </p:cSld>
</p:sld>
</file>

<file path=ppt/slides/slide6.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4CB8E5-C243-40DC-B1D8-D41AD4DE63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4B737E-B774-4AD5-8043-F907E8D5573F}"/>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v2 화면 구조와 구현 계획</a:t>
            </a:r>
          </a:p>
        </p:txBody>
      </p:sp>
      <p:sp>
        <p:nvSpPr>
          <p:cNvPr id="3" name="">
            <a:extLst xmlns:a="http://schemas.openxmlformats.org/drawingml/2006/main">
              <a:ext uri="{FF2B5EF4-FFF2-40B4-BE49-F238E27FC236}">
                <a16:creationId xmlns:a16="http://schemas.microsoft.com/office/drawing/2014/main" id="{F2F7C95C-A380-4DA6-B92B-D19F5FD8F6A6}"/>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P01–P10 화면 ID · Navigator / NavigationBar / BottomSheet</a:t>
            </a:r>
          </a:p>
        </p:txBody>
      </p:sp>
      <p:sp>
        <p:nvSpPr>
          <p:cNvPr id="4" name="">
            <a:extLst xmlns:a="http://schemas.openxmlformats.org/drawingml/2006/main">
              <a:ext uri="{FF2B5EF4-FFF2-40B4-BE49-F238E27FC236}">
                <a16:creationId xmlns:a16="http://schemas.microsoft.com/office/drawing/2014/main" id="{9FB690C0-A105-473F-9AFE-E9BC0862C31B}"/>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31EAFA-066B-4683-AB82-8EBE2B5CE0EA}"/>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C1F87170-95AC-4EFF-A8DF-0A97F3900CC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06 / 07</a:t>
            </a:r>
          </a:p>
        </p:txBody>
      </p:sp>
      <p:sp>
        <p:nvSpPr>
          <p:cNvPr id="7" name="">
            <a:extLst xmlns:a="http://schemas.openxmlformats.org/drawingml/2006/main">
              <a:ext uri="{FF2B5EF4-FFF2-40B4-BE49-F238E27FC236}">
                <a16:creationId xmlns:a16="http://schemas.microsoft.com/office/drawing/2014/main" id="{01FD6CBE-7493-44E7-BBBA-779492215680}"/>
              </a:ext>
            </a:extLst>
          </p:cNvPr>
          <p:cNvSpPr>
            <a:spLocks xmlns:a="http://schemas.openxmlformats.org/drawingml/2006/main" noGrp="1"/>
          </p:cNvSpPr>
          <p:nvPr/>
        </p:nvSpPr>
        <p:spPr>
          <a:xfrm xmlns:a="http://schemas.openxmlformats.org/drawingml/2006/main">
            <a:off x="704850" y="1943100"/>
            <a:ext cx="47625" cy="31813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9A6FF7-1B21-4F99-93E8-FC9D3697E9F9}"/>
              </a:ext>
            </a:extLst>
          </p:cNvPr>
          <p:cNvSpPr>
            <a:spLocks xmlns:a="http://schemas.openxmlformats.org/drawingml/2006/main" noGrp="1"/>
          </p:cNvSpPr>
          <p:nvPr/>
        </p:nvSpPr>
        <p:spPr>
          <a:xfrm xmlns:a="http://schemas.openxmlformats.org/drawingml/2006/main">
            <a:off x="895350" y="194310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주요 흐름 · P01~P07</a:t>
            </a:r>
          </a:p>
        </p:txBody>
      </p:sp>
      <p:sp>
        <p:nvSpPr>
          <p:cNvPr id="9" name="">
            <a:extLst xmlns:a="http://schemas.openxmlformats.org/drawingml/2006/main">
              <a:ext uri="{FF2B5EF4-FFF2-40B4-BE49-F238E27FC236}">
                <a16:creationId xmlns:a16="http://schemas.microsoft.com/office/drawing/2014/main" id="{9DC4F9F2-B96D-45E6-9DBE-B9A02B78814E}"/>
              </a:ext>
            </a:extLst>
          </p:cNvPr>
          <p:cNvSpPr>
            <a:spLocks xmlns:a="http://schemas.openxmlformats.org/drawingml/2006/main" noGrp="1"/>
          </p:cNvSpPr>
          <p:nvPr/>
        </p:nvSpPr>
        <p:spPr>
          <a:xfrm xmlns:a="http://schemas.openxmlformats.org/drawingml/2006/main">
            <a:off x="895350" y="2362200"/>
            <a:ext cx="4619625"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P01  오늘: 진행률 + 중요도</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P02  전체: 미완료 리스트</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P03  예정: 미래 마감</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P04  완료함: 복구</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P05  작업 상세: Navigator</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P06  빠른 추가: BottomSheet</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P07  분류 필터: BottomSheet</a:t>
            </a:r>
          </a:p>
        </p:txBody>
      </p:sp>
      <p:sp>
        <p:nvSpPr>
          <p:cNvPr id="10" name="">
            <a:extLst xmlns:a="http://schemas.openxmlformats.org/drawingml/2006/main">
              <a:ext uri="{FF2B5EF4-FFF2-40B4-BE49-F238E27FC236}">
                <a16:creationId xmlns:a16="http://schemas.microsoft.com/office/drawing/2014/main" id="{F9B5F01D-4BE3-4739-A3F8-2A2B3116F9C2}"/>
              </a:ext>
            </a:extLst>
          </p:cNvPr>
          <p:cNvSpPr>
            <a:spLocks xmlns:a="http://schemas.openxmlformats.org/drawingml/2006/main" noGrp="1"/>
          </p:cNvSpPr>
          <p:nvPr/>
        </p:nvSpPr>
        <p:spPr>
          <a:xfrm xmlns:a="http://schemas.openxmlformats.org/drawingml/2006/main">
            <a:off x="6238875" y="1943100"/>
            <a:ext cx="47625" cy="318135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49136C-8893-45AB-A1EE-95BBAA6FEBEE}"/>
              </a:ext>
            </a:extLst>
          </p:cNvPr>
          <p:cNvSpPr>
            <a:spLocks xmlns:a="http://schemas.openxmlformats.org/drawingml/2006/main" noGrp="1"/>
          </p:cNvSpPr>
          <p:nvPr/>
        </p:nvSpPr>
        <p:spPr>
          <a:xfrm xmlns:a="http://schemas.openxmlformats.org/drawingml/2006/main">
            <a:off x="6429375" y="1943100"/>
            <a:ext cx="483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상태 화면 · P08~P10</a:t>
            </a:r>
          </a:p>
        </p:txBody>
      </p:sp>
      <p:sp>
        <p:nvSpPr>
          <p:cNvPr id="12" name="">
            <a:extLst xmlns:a="http://schemas.openxmlformats.org/drawingml/2006/main">
              <a:ext uri="{FF2B5EF4-FFF2-40B4-BE49-F238E27FC236}">
                <a16:creationId xmlns:a16="http://schemas.microsoft.com/office/drawing/2014/main" id="{938005B2-F7E5-4D33-BD24-43735B65CE97}"/>
              </a:ext>
            </a:extLst>
          </p:cNvPr>
          <p:cNvSpPr>
            <a:spLocks xmlns:a="http://schemas.openxmlformats.org/drawingml/2006/main" noGrp="1"/>
          </p:cNvSpPr>
          <p:nvPr/>
        </p:nvSpPr>
        <p:spPr>
          <a:xfrm xmlns:a="http://schemas.openxmlformats.org/drawingml/2006/main">
            <a:off x="6429375" y="2362200"/>
            <a:ext cx="4810125"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buNone/>
              <a:defRPr sz="1575" b="0">
                <a:solidFill>
                  <a:srgbClr val="1D2944"/>
                </a:solidFill>
                <a:latin typeface="NanumGothic"/>
                <a:ea typeface="NanumGothic"/>
                <a:cs typeface="NanumGothic"/>
              </a:defRPr>
            </a:lvl1pPr>
            <a:lvl2pPr algn="l">
              <a:buNone/>
              <a:defRPr sz="1575" b="0">
                <a:solidFill>
                  <a:srgbClr val="1D2944"/>
                </a:solidFill>
                <a:latin typeface="NanumGothic"/>
                <a:ea typeface="NanumGothic"/>
                <a:cs typeface="NanumGothic"/>
              </a:defRPr>
            </a:lvl2pPr>
            <a:lvl3pPr algn="l">
              <a:buNone/>
              <a:defRPr sz="1575" b="0">
                <a:solidFill>
                  <a:srgbClr val="1D2944"/>
                </a:solidFill>
                <a:latin typeface="NanumGothic"/>
                <a:ea typeface="NanumGothic"/>
                <a:cs typeface="NanumGothic"/>
              </a:defRPr>
            </a:lvl3pPr>
            <a:lvl4pPr algn="l">
              <a:buNone/>
              <a:defRPr sz="1575" b="0">
                <a:solidFill>
                  <a:srgbClr val="1D2944"/>
                </a:solidFill>
                <a:latin typeface="NanumGothic"/>
                <a:ea typeface="NanumGothic"/>
                <a:cs typeface="NanumGothic"/>
              </a:defRPr>
            </a:lvl4pPr>
            <a:lvl5pPr algn="l">
              <a:buNone/>
              <a:defRPr sz="1575" b="0">
                <a:solidFill>
                  <a:srgbClr val="1D2944"/>
                </a:solidFill>
                <a:latin typeface="NanumGothic"/>
                <a:ea typeface="NanumGothic"/>
                <a:cs typeface="NanumGothic"/>
              </a:defRPr>
            </a:lvl5pPr>
            <a:lvl6pPr algn="l">
              <a:buNone/>
              <a:defRPr sz="1575" b="0">
                <a:solidFill>
                  <a:srgbClr val="1D2944"/>
                </a:solidFill>
                <a:latin typeface="NanumGothic"/>
                <a:ea typeface="NanumGothic"/>
                <a:cs typeface="NanumGothic"/>
              </a:defRPr>
            </a:lvl6pPr>
            <a:lvl7pPr algn="l">
              <a:buNone/>
              <a:defRPr sz="1575" b="0">
                <a:solidFill>
                  <a:srgbClr val="1D2944"/>
                </a:solidFill>
                <a:latin typeface="NanumGothic"/>
                <a:ea typeface="NanumGothic"/>
                <a:cs typeface="NanumGothic"/>
              </a:defRPr>
            </a:lvl7pPr>
            <a:lvl8pPr algn="l">
              <a:buNone/>
              <a:defRPr sz="1575" b="0">
                <a:solidFill>
                  <a:srgbClr val="1D2944"/>
                </a:solidFill>
                <a:latin typeface="NanumGothic"/>
                <a:ea typeface="NanumGothic"/>
                <a:cs typeface="NanumGothic"/>
              </a:defRPr>
            </a:lvl8pPr>
            <a:lvl9pPr algn="l">
              <a:buNone/>
              <a:defRPr sz="1575" b="0">
                <a:solidFill>
                  <a:srgbClr val="1D2944"/>
                </a:solidFill>
                <a:latin typeface="NanumGothic"/>
                <a:ea typeface="NanumGothic"/>
                <a:cs typeface="NanumGothic"/>
              </a:defRPr>
            </a:lvl9pPr>
          </a:lstStyle>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P08  로딩: GET 대기 표시</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P09  오류: 실패 설명 + 재시도</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P10  빈 상태: 다음 행동 안내</a:t>
            </a:r>
          </a:p>
          <a:p xmlns:a="http://schemas.openxmlformats.org/drawingml/2006/main">
            <a:r>
              <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구현 규칙</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로컬 json-server GET 필수</a:t>
            </a:r>
          </a:p>
          <a:p xmlns:a="http://schemas.openxmlformats.org/drawingml/2006/main">
            <a:pPr algn="l">
              <a:buNone/>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상태 변화는 setState로만 표현</a:t>
            </a:r>
          </a:p>
        </p:txBody>
      </p:sp>
      <p:sp>
        <p:nvSpPr>
          <p:cNvPr id="13" name="">
            <a:extLst xmlns:a="http://schemas.openxmlformats.org/drawingml/2006/main">
              <a:ext uri="{FF2B5EF4-FFF2-40B4-BE49-F238E27FC236}">
                <a16:creationId xmlns:a16="http://schemas.microsoft.com/office/drawing/2014/main" id="{F3512BC6-A956-45AF-BED5-7068239A8AE3}"/>
              </a:ext>
            </a:extLst>
          </p:cNvPr>
          <p:cNvSpPr>
            <a:spLocks xmlns:a="http://schemas.openxmlformats.org/drawingml/2006/main" noGrp="1"/>
          </p:cNvSpPr>
          <p:nvPr/>
        </p:nvSpPr>
        <p:spPr>
          <a:xfrm xmlns:a="http://schemas.openxmlformats.org/drawingml/2006/main">
            <a:off x="714375" y="5534025"/>
            <a:ext cx="10620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D85D58"/>
                </a:solidFill>
                <a:latin typeface="NanumGothic"/>
                <a:ea typeface="NanumGothic"/>
                <a:cs typeface="NanumGothic"/>
              </a:defRPr>
            </a:defPPr>
            <a:lvl1pPr algn="l">
              <a:buNone/>
              <a:defRPr sz="1650" b="1">
                <a:solidFill>
                  <a:srgbClr val="D85D58"/>
                </a:solidFill>
                <a:latin typeface="NanumGothic"/>
                <a:ea typeface="NanumGothic"/>
                <a:cs typeface="NanumGothic"/>
              </a:defRPr>
            </a:lvl1pPr>
            <a:lvl2pPr algn="l">
              <a:buNone/>
              <a:defRPr sz="1650" b="1">
                <a:solidFill>
                  <a:srgbClr val="D85D58"/>
                </a:solidFill>
                <a:latin typeface="NanumGothic"/>
                <a:ea typeface="NanumGothic"/>
                <a:cs typeface="NanumGothic"/>
              </a:defRPr>
            </a:lvl2pPr>
            <a:lvl3pPr algn="l">
              <a:buNone/>
              <a:defRPr sz="1650" b="1">
                <a:solidFill>
                  <a:srgbClr val="D85D58"/>
                </a:solidFill>
                <a:latin typeface="NanumGothic"/>
                <a:ea typeface="NanumGothic"/>
                <a:cs typeface="NanumGothic"/>
              </a:defRPr>
            </a:lvl3pPr>
            <a:lvl4pPr algn="l">
              <a:buNone/>
              <a:defRPr sz="1650" b="1">
                <a:solidFill>
                  <a:srgbClr val="D85D58"/>
                </a:solidFill>
                <a:latin typeface="NanumGothic"/>
                <a:ea typeface="NanumGothic"/>
                <a:cs typeface="NanumGothic"/>
              </a:defRPr>
            </a:lvl4pPr>
            <a:lvl5pPr algn="l">
              <a:buNone/>
              <a:defRPr sz="1650" b="1">
                <a:solidFill>
                  <a:srgbClr val="D85D58"/>
                </a:solidFill>
                <a:latin typeface="NanumGothic"/>
                <a:ea typeface="NanumGothic"/>
                <a:cs typeface="NanumGothic"/>
              </a:defRPr>
            </a:lvl5pPr>
            <a:lvl6pPr algn="l">
              <a:buNone/>
              <a:defRPr sz="1650" b="1">
                <a:solidFill>
                  <a:srgbClr val="D85D58"/>
                </a:solidFill>
                <a:latin typeface="NanumGothic"/>
                <a:ea typeface="NanumGothic"/>
                <a:cs typeface="NanumGothic"/>
              </a:defRPr>
            </a:lvl6pPr>
            <a:lvl7pPr algn="l">
              <a:buNone/>
              <a:defRPr sz="1650" b="1">
                <a:solidFill>
                  <a:srgbClr val="D85D58"/>
                </a:solidFill>
                <a:latin typeface="NanumGothic"/>
                <a:ea typeface="NanumGothic"/>
                <a:cs typeface="NanumGothic"/>
              </a:defRPr>
            </a:lvl7pPr>
            <a:lvl8pPr algn="l">
              <a:buNone/>
              <a:defRPr sz="1650" b="1">
                <a:solidFill>
                  <a:srgbClr val="D85D58"/>
                </a:solidFill>
                <a:latin typeface="NanumGothic"/>
                <a:ea typeface="NanumGothic"/>
                <a:cs typeface="NanumGothic"/>
              </a:defRPr>
            </a:lvl8pPr>
            <a:lvl9pPr algn="l">
              <a:buNone/>
              <a:defRPr sz="1650" b="1">
                <a:solidFill>
                  <a:srgbClr val="D85D58"/>
                </a:solidFill>
                <a:latin typeface="NanumGothic"/>
                <a:ea typeface="NanumGothic"/>
                <a:cs typeface="NanumGothic"/>
              </a:defRPr>
            </a:lvl9pPr>
          </a:lstStyle>
          <a:p xmlns:a="http://schemas.openxmlformats.org/drawingml/2006/main">
            <a:pPr algn="l">
              <a:buNone/>
              <a:defRPr sz="1650" b="1">
                <a:solidFill>
                  <a:srgbClr val="D85D58"/>
                </a:solidFill>
                <a:latin typeface="NanumGothic"/>
                <a:ea typeface="NanumGothic"/>
                <a:cs typeface="NanumGothic"/>
              </a:defRPr>
            </a:pPr>
            <a:r>
              <a:rPr sz="1650" b="1">
                <a:solidFill>
                  <a:srgbClr val="D85D58"/>
                </a:solidFill>
                <a:latin typeface="NanumGothic"/>
                <a:ea typeface="NanumGothic"/>
                <a:cs typeface="NanumGothic"/>
              </a:rPr>
              <a:t>제외: 실제 로그인 · 결제 · POST/PUT/DELETE · 영구 저장 · 복잡한 상태관리</a:t>
            </a:r>
          </a:p>
        </p:txBody>
      </p:sp>
    </p:spTree>
    <p:extLst>
      <p:ext uri="{BB962C8B-B14F-4D97-AF65-F5344CB8AC3E}">
        <p14:creationId xmlns:p14="http://schemas.microsoft.com/office/powerpoint/2010/main" val="1276880458"/>
      </p:ext>
    </p:extLst>
  </p:cSld>
</p:sld>
</file>

<file path=ppt/slides/slide7.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FDA8BA9-F514-43A2-9410-21F94DBB00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B73AF-385D-463E-9259-C484D7498D99}"/>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Flutter UI와 AI 반론 결과</a:t>
            </a:r>
          </a:p>
        </p:txBody>
      </p:sp>
      <p:sp>
        <p:nvSpPr>
          <p:cNvPr id="3" name="">
            <a:extLst xmlns:a="http://schemas.openxmlformats.org/drawingml/2006/main">
              <a:ext uri="{FF2B5EF4-FFF2-40B4-BE49-F238E27FC236}">
                <a16:creationId xmlns:a16="http://schemas.microsoft.com/office/drawing/2014/main" id="{855E5AA6-73E8-4F1F-887F-629FCF1BDCE9}"/>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실행 가능한 화면 기획 · 효과는 아직 검증 전의 디자인 가설</a:t>
            </a:r>
          </a:p>
        </p:txBody>
      </p:sp>
      <p:sp>
        <p:nvSpPr>
          <p:cNvPr id="4" name="">
            <a:extLst xmlns:a="http://schemas.openxmlformats.org/drawingml/2006/main">
              <a:ext uri="{FF2B5EF4-FFF2-40B4-BE49-F238E27FC236}">
                <a16:creationId xmlns:a16="http://schemas.microsoft.com/office/drawing/2014/main" id="{E852E97B-9E41-4A26-B425-0AE09D8E27DA}"/>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ACAF67-09A9-4CFE-8A36-AC24D7AFA0EE}"/>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D55280E3-37F4-4012-9DAB-209D68ABE915}"/>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07 / 07</a:t>
            </a:r>
          </a:p>
        </p:txBody>
      </p:sp>
      <p:sp>
        <p:nvSpPr>
          <p:cNvPr id="7" name="">
            <a:extLst xmlns:a="http://schemas.openxmlformats.org/drawingml/2006/main">
              <a:ext uri="{FF2B5EF4-FFF2-40B4-BE49-F238E27FC236}">
                <a16:creationId xmlns:a16="http://schemas.microsoft.com/office/drawing/2014/main" id="{6901AFF4-722E-4638-A836-59B170685BD8}"/>
              </a:ext>
            </a:extLst>
          </p:cNvPr>
          <p:cNvSpPr>
            <a:spLocks xmlns:a="http://schemas.openxmlformats.org/drawingml/2006/main" noGrp="1"/>
          </p:cNvSpPr>
          <p:nvPr/>
        </p:nvSpPr>
        <p:spPr>
          <a:xfrm xmlns:a="http://schemas.openxmlformats.org/drawingml/2006/main">
            <a:off x="723900" y="2028825"/>
            <a:ext cx="3381375" cy="2352675"/>
          </a:xfrm>
          <a:prstGeom xmlns:a="http://schemas.openxmlformats.org/drawingml/2006/main" prst="roundRect">
            <a:avLst>
              <a:gd name="adj" fmla="val 3239"/>
            </a:avLst>
          </a:prstGeom>
          <a:solidFill xmlns:a="http://schemas.openxmlformats.org/drawingml/2006/main">
            <a:srgbClr val="E9F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7E6396F-7A99-44D5-956B-F5079EB537D3}"/>
              </a:ext>
            </a:extLst>
          </p:cNvPr>
          <p:cNvSpPr>
            <a:spLocks xmlns:a="http://schemas.openxmlformats.org/drawingml/2006/main" noGrp="1"/>
          </p:cNvSpPr>
          <p:nvPr/>
        </p:nvSpPr>
        <p:spPr>
          <a:xfrm xmlns:a="http://schemas.openxmlformats.org/drawingml/2006/main">
            <a:off x="895350"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buNone/>
              <a:defRPr sz="1950" b="1">
                <a:solidFill>
                  <a:srgbClr val="1D2944"/>
                </a:solidFill>
                <a:latin typeface="NanumGothic"/>
                <a:ea typeface="NanumGothic"/>
                <a:cs typeface="NanumGothic"/>
              </a:defRPr>
            </a:lvl1pPr>
            <a:lvl2pPr algn="l">
              <a:buNone/>
              <a:defRPr sz="1950" b="1">
                <a:solidFill>
                  <a:srgbClr val="1D2944"/>
                </a:solidFill>
                <a:latin typeface="NanumGothic"/>
                <a:ea typeface="NanumGothic"/>
                <a:cs typeface="NanumGothic"/>
              </a:defRPr>
            </a:lvl2pPr>
            <a:lvl3pPr algn="l">
              <a:buNone/>
              <a:defRPr sz="1950" b="1">
                <a:solidFill>
                  <a:srgbClr val="1D2944"/>
                </a:solidFill>
                <a:latin typeface="NanumGothic"/>
                <a:ea typeface="NanumGothic"/>
                <a:cs typeface="NanumGothic"/>
              </a:defRPr>
            </a:lvl3pPr>
            <a:lvl4pPr algn="l">
              <a:buNone/>
              <a:defRPr sz="1950" b="1">
                <a:solidFill>
                  <a:srgbClr val="1D2944"/>
                </a:solidFill>
                <a:latin typeface="NanumGothic"/>
                <a:ea typeface="NanumGothic"/>
                <a:cs typeface="NanumGothic"/>
              </a:defRPr>
            </a:lvl4pPr>
            <a:lvl5pPr algn="l">
              <a:buNone/>
              <a:defRPr sz="1950" b="1">
                <a:solidFill>
                  <a:srgbClr val="1D2944"/>
                </a:solidFill>
                <a:latin typeface="NanumGothic"/>
                <a:ea typeface="NanumGothic"/>
                <a:cs typeface="NanumGothic"/>
              </a:defRPr>
            </a:lvl5pPr>
            <a:lvl6pPr algn="l">
              <a:buNone/>
              <a:defRPr sz="1950" b="1">
                <a:solidFill>
                  <a:srgbClr val="1D2944"/>
                </a:solidFill>
                <a:latin typeface="NanumGothic"/>
                <a:ea typeface="NanumGothic"/>
                <a:cs typeface="NanumGothic"/>
              </a:defRPr>
            </a:lvl6pPr>
            <a:lvl7pPr algn="l">
              <a:buNone/>
              <a:defRPr sz="1950" b="1">
                <a:solidFill>
                  <a:srgbClr val="1D2944"/>
                </a:solidFill>
                <a:latin typeface="NanumGothic"/>
                <a:ea typeface="NanumGothic"/>
                <a:cs typeface="NanumGothic"/>
              </a:defRPr>
            </a:lvl7pPr>
            <a:lvl8pPr algn="l">
              <a:buNone/>
              <a:defRPr sz="1950" b="1">
                <a:solidFill>
                  <a:srgbClr val="1D2944"/>
                </a:solidFill>
                <a:latin typeface="NanumGothic"/>
                <a:ea typeface="NanumGothic"/>
                <a:cs typeface="NanumGothic"/>
              </a:defRPr>
            </a:lvl8pPr>
            <a:lvl9pPr algn="l">
              <a:buNone/>
              <a:defRPr sz="1950" b="1">
                <a:solidFill>
                  <a:srgbClr val="1D2944"/>
                </a:solidFill>
                <a:latin typeface="NanumGothic"/>
                <a:ea typeface="NanumGothic"/>
                <a:cs typeface="NanumGothic"/>
              </a:defRPr>
            </a:lvl9pPr>
          </a:lstStyle>
          <a:p xmlns:a="http://schemas.openxmlformats.org/drawingml/2006/main">
            <a:pPr algn="l">
              <a:buNone/>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색만 사용</a:t>
            </a:r>
          </a:p>
        </p:txBody>
      </p:sp>
      <p:sp>
        <p:nvSpPr>
          <p:cNvPr id="9" name="">
            <a:extLst xmlns:a="http://schemas.openxmlformats.org/drawingml/2006/main">
              <a:ext uri="{FF2B5EF4-FFF2-40B4-BE49-F238E27FC236}">
                <a16:creationId xmlns:a16="http://schemas.microsoft.com/office/drawing/2014/main" id="{5B27144F-ECC9-47E8-AAAB-39E6AF830C32}"/>
              </a:ext>
            </a:extLst>
          </p:cNvPr>
          <p:cNvSpPr>
            <a:spLocks xmlns:a="http://schemas.openxmlformats.org/drawingml/2006/main" noGrp="1"/>
          </p:cNvSpPr>
          <p:nvPr/>
        </p:nvSpPr>
        <p:spPr>
          <a:xfrm xmlns:a="http://schemas.openxmlformats.org/drawingml/2006/main">
            <a:off x="895350"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접근성 취약</a:t>
            </a:r>
          </a:p>
        </p:txBody>
      </p:sp>
      <p:sp>
        <p:nvSpPr>
          <p:cNvPr id="10" name="">
            <a:extLst xmlns:a="http://schemas.openxmlformats.org/drawingml/2006/main">
              <a:ext uri="{FF2B5EF4-FFF2-40B4-BE49-F238E27FC236}">
                <a16:creationId xmlns:a16="http://schemas.microsoft.com/office/drawing/2014/main" id="{62969A07-487D-422D-9D61-8812BAB4559C}"/>
              </a:ext>
            </a:extLst>
          </p:cNvPr>
          <p:cNvSpPr>
            <a:spLocks xmlns:a="http://schemas.openxmlformats.org/drawingml/2006/main" noGrp="1"/>
          </p:cNvSpPr>
          <p:nvPr/>
        </p:nvSpPr>
        <p:spPr>
          <a:xfrm xmlns:a="http://schemas.openxmlformats.org/drawingml/2006/main">
            <a:off x="895350"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색 + 카테고리 글자</a:t>
            </a:r>
          </a:p>
        </p:txBody>
      </p:sp>
      <p:sp>
        <p:nvSpPr>
          <p:cNvPr id="11" name="">
            <a:extLst xmlns:a="http://schemas.openxmlformats.org/drawingml/2006/main">
              <a:ext uri="{FF2B5EF4-FFF2-40B4-BE49-F238E27FC236}">
                <a16:creationId xmlns:a16="http://schemas.microsoft.com/office/drawing/2014/main" id="{FB2D2A04-42F7-46D7-BE92-15A03D00DF35}"/>
              </a:ext>
            </a:extLst>
          </p:cNvPr>
          <p:cNvSpPr>
            <a:spLocks xmlns:a="http://schemas.openxmlformats.org/drawingml/2006/main" noGrp="1"/>
          </p:cNvSpPr>
          <p:nvPr/>
        </p:nvSpPr>
        <p:spPr>
          <a:xfrm xmlns:a="http://schemas.openxmlformats.org/drawingml/2006/main">
            <a:off x="4343400" y="2028825"/>
            <a:ext cx="3381375" cy="2352675"/>
          </a:xfrm>
          <a:prstGeom xmlns:a="http://schemas.openxmlformats.org/drawingml/2006/main" prst="roundRect">
            <a:avLst>
              <a:gd name="adj" fmla="val 3239"/>
            </a:avLst>
          </a:prstGeom>
          <a:solidFill xmlns:a="http://schemas.openxmlformats.org/drawingml/2006/main">
            <a:srgbClr val="F1ED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44470A-03FA-453F-8E9B-A03071960C9F}"/>
              </a:ext>
            </a:extLst>
          </p:cNvPr>
          <p:cNvSpPr>
            <a:spLocks xmlns:a="http://schemas.openxmlformats.org/drawingml/2006/main" noGrp="1"/>
          </p:cNvSpPr>
          <p:nvPr/>
        </p:nvSpPr>
        <p:spPr>
          <a:xfrm xmlns:a="http://schemas.openxmlformats.org/drawingml/2006/main">
            <a:off x="4514850"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buNone/>
              <a:defRPr sz="1950" b="1">
                <a:solidFill>
                  <a:srgbClr val="1D2944"/>
                </a:solidFill>
                <a:latin typeface="NanumGothic"/>
                <a:ea typeface="NanumGothic"/>
                <a:cs typeface="NanumGothic"/>
              </a:defRPr>
            </a:lvl1pPr>
            <a:lvl2pPr algn="l">
              <a:buNone/>
              <a:defRPr sz="1950" b="1">
                <a:solidFill>
                  <a:srgbClr val="1D2944"/>
                </a:solidFill>
                <a:latin typeface="NanumGothic"/>
                <a:ea typeface="NanumGothic"/>
                <a:cs typeface="NanumGothic"/>
              </a:defRPr>
            </a:lvl2pPr>
            <a:lvl3pPr algn="l">
              <a:buNone/>
              <a:defRPr sz="1950" b="1">
                <a:solidFill>
                  <a:srgbClr val="1D2944"/>
                </a:solidFill>
                <a:latin typeface="NanumGothic"/>
                <a:ea typeface="NanumGothic"/>
                <a:cs typeface="NanumGothic"/>
              </a:defRPr>
            </a:lvl3pPr>
            <a:lvl4pPr algn="l">
              <a:buNone/>
              <a:defRPr sz="1950" b="1">
                <a:solidFill>
                  <a:srgbClr val="1D2944"/>
                </a:solidFill>
                <a:latin typeface="NanumGothic"/>
                <a:ea typeface="NanumGothic"/>
                <a:cs typeface="NanumGothic"/>
              </a:defRPr>
            </a:lvl4pPr>
            <a:lvl5pPr algn="l">
              <a:buNone/>
              <a:defRPr sz="1950" b="1">
                <a:solidFill>
                  <a:srgbClr val="1D2944"/>
                </a:solidFill>
                <a:latin typeface="NanumGothic"/>
                <a:ea typeface="NanumGothic"/>
                <a:cs typeface="NanumGothic"/>
              </a:defRPr>
            </a:lvl5pPr>
            <a:lvl6pPr algn="l">
              <a:buNone/>
              <a:defRPr sz="1950" b="1">
                <a:solidFill>
                  <a:srgbClr val="1D2944"/>
                </a:solidFill>
                <a:latin typeface="NanumGothic"/>
                <a:ea typeface="NanumGothic"/>
                <a:cs typeface="NanumGothic"/>
              </a:defRPr>
            </a:lvl6pPr>
            <a:lvl7pPr algn="l">
              <a:buNone/>
              <a:defRPr sz="1950" b="1">
                <a:solidFill>
                  <a:srgbClr val="1D2944"/>
                </a:solidFill>
                <a:latin typeface="NanumGothic"/>
                <a:ea typeface="NanumGothic"/>
                <a:cs typeface="NanumGothic"/>
              </a:defRPr>
            </a:lvl7pPr>
            <a:lvl8pPr algn="l">
              <a:buNone/>
              <a:defRPr sz="1950" b="1">
                <a:solidFill>
                  <a:srgbClr val="1D2944"/>
                </a:solidFill>
                <a:latin typeface="NanumGothic"/>
                <a:ea typeface="NanumGothic"/>
                <a:cs typeface="NanumGothic"/>
              </a:defRPr>
            </a:lvl8pPr>
            <a:lvl9pPr algn="l">
              <a:buNone/>
              <a:defRPr sz="1950" b="1">
                <a:solidFill>
                  <a:srgbClr val="1D2944"/>
                </a:solidFill>
                <a:latin typeface="NanumGothic"/>
                <a:ea typeface="NanumGothic"/>
                <a:cs typeface="NanumGothic"/>
              </a:defRPr>
            </a:lvl9pPr>
          </a:lstStyle>
          <a:p xmlns:a="http://schemas.openxmlformats.org/drawingml/2006/main">
            <a:pPr algn="l">
              <a:buNone/>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AI 자동 추천</a:t>
            </a:r>
          </a:p>
        </p:txBody>
      </p:sp>
      <p:sp>
        <p:nvSpPr>
          <p:cNvPr id="13" name="">
            <a:extLst xmlns:a="http://schemas.openxmlformats.org/drawingml/2006/main">
              <a:ext uri="{FF2B5EF4-FFF2-40B4-BE49-F238E27FC236}">
                <a16:creationId xmlns:a16="http://schemas.microsoft.com/office/drawing/2014/main" id="{4B987DBE-6482-4894-AFED-820B60CAAF92}"/>
              </a:ext>
            </a:extLst>
          </p:cNvPr>
          <p:cNvSpPr>
            <a:spLocks xmlns:a="http://schemas.openxmlformats.org/drawingml/2006/main" noGrp="1"/>
          </p:cNvSpPr>
          <p:nvPr/>
        </p:nvSpPr>
        <p:spPr>
          <a:xfrm xmlns:a="http://schemas.openxmlformats.org/drawingml/2006/main">
            <a:off x="4514850"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근거·범위 불명확</a:t>
            </a:r>
          </a:p>
        </p:txBody>
      </p:sp>
      <p:sp>
        <p:nvSpPr>
          <p:cNvPr id="14" name="">
            <a:extLst xmlns:a="http://schemas.openxmlformats.org/drawingml/2006/main">
              <a:ext uri="{FF2B5EF4-FFF2-40B4-BE49-F238E27FC236}">
                <a16:creationId xmlns:a16="http://schemas.microsoft.com/office/drawing/2014/main" id="{34208091-8A0D-4290-9E2E-0C2A7894E9CC}"/>
              </a:ext>
            </a:extLst>
          </p:cNvPr>
          <p:cNvSpPr>
            <a:spLocks xmlns:a="http://schemas.openxmlformats.org/drawingml/2006/main" noGrp="1"/>
          </p:cNvSpPr>
          <p:nvPr/>
        </p:nvSpPr>
        <p:spPr>
          <a:xfrm xmlns:a="http://schemas.openxmlformats.org/drawingml/2006/main">
            <a:off x="4514850"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폐기: 수동 중요도 선택</a:t>
            </a:r>
          </a:p>
        </p:txBody>
      </p:sp>
      <p:sp>
        <p:nvSpPr>
          <p:cNvPr id="15" name="">
            <a:extLst xmlns:a="http://schemas.openxmlformats.org/drawingml/2006/main">
              <a:ext uri="{FF2B5EF4-FFF2-40B4-BE49-F238E27FC236}">
                <a16:creationId xmlns:a16="http://schemas.microsoft.com/office/drawing/2014/main" id="{7BD75307-6115-40F4-8F98-7670A444BD22}"/>
              </a:ext>
            </a:extLst>
          </p:cNvPr>
          <p:cNvSpPr>
            <a:spLocks xmlns:a="http://schemas.openxmlformats.org/drawingml/2006/main" noGrp="1"/>
          </p:cNvSpPr>
          <p:nvPr/>
        </p:nvSpPr>
        <p:spPr>
          <a:xfrm xmlns:a="http://schemas.openxmlformats.org/drawingml/2006/main">
            <a:off x="7972425" y="2028825"/>
            <a:ext cx="3381375" cy="2352675"/>
          </a:xfrm>
          <a:prstGeom xmlns:a="http://schemas.openxmlformats.org/drawingml/2006/main" prst="roundRect">
            <a:avLst>
              <a:gd name="adj" fmla="val 3239"/>
            </a:avLst>
          </a:prstGeom>
          <a:solidFill xmlns:a="http://schemas.openxmlformats.org/drawingml/2006/main">
            <a:srgbClr val="FFF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0B9C147-09AE-4FE3-887A-FEF5A365CD68}"/>
              </a:ext>
            </a:extLst>
          </p:cNvPr>
          <p:cNvSpPr>
            <a:spLocks xmlns:a="http://schemas.openxmlformats.org/drawingml/2006/main" noGrp="1"/>
          </p:cNvSpPr>
          <p:nvPr/>
        </p:nvSpPr>
        <p:spPr>
          <a:xfrm xmlns:a="http://schemas.openxmlformats.org/drawingml/2006/main">
            <a:off x="8143875"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buNone/>
              <a:defRPr sz="1950" b="1">
                <a:solidFill>
                  <a:srgbClr val="1D2944"/>
                </a:solidFill>
                <a:latin typeface="NanumGothic"/>
                <a:ea typeface="NanumGothic"/>
                <a:cs typeface="NanumGothic"/>
              </a:defRPr>
            </a:lvl1pPr>
            <a:lvl2pPr algn="l">
              <a:buNone/>
              <a:defRPr sz="1950" b="1">
                <a:solidFill>
                  <a:srgbClr val="1D2944"/>
                </a:solidFill>
                <a:latin typeface="NanumGothic"/>
                <a:ea typeface="NanumGothic"/>
                <a:cs typeface="NanumGothic"/>
              </a:defRPr>
            </a:lvl2pPr>
            <a:lvl3pPr algn="l">
              <a:buNone/>
              <a:defRPr sz="1950" b="1">
                <a:solidFill>
                  <a:srgbClr val="1D2944"/>
                </a:solidFill>
                <a:latin typeface="NanumGothic"/>
                <a:ea typeface="NanumGothic"/>
                <a:cs typeface="NanumGothic"/>
              </a:defRPr>
            </a:lvl3pPr>
            <a:lvl4pPr algn="l">
              <a:buNone/>
              <a:defRPr sz="1950" b="1">
                <a:solidFill>
                  <a:srgbClr val="1D2944"/>
                </a:solidFill>
                <a:latin typeface="NanumGothic"/>
                <a:ea typeface="NanumGothic"/>
                <a:cs typeface="NanumGothic"/>
              </a:defRPr>
            </a:lvl4pPr>
            <a:lvl5pPr algn="l">
              <a:buNone/>
              <a:defRPr sz="1950" b="1">
                <a:solidFill>
                  <a:srgbClr val="1D2944"/>
                </a:solidFill>
                <a:latin typeface="NanumGothic"/>
                <a:ea typeface="NanumGothic"/>
                <a:cs typeface="NanumGothic"/>
              </a:defRPr>
            </a:lvl5pPr>
            <a:lvl6pPr algn="l">
              <a:buNone/>
              <a:defRPr sz="1950" b="1">
                <a:solidFill>
                  <a:srgbClr val="1D2944"/>
                </a:solidFill>
                <a:latin typeface="NanumGothic"/>
                <a:ea typeface="NanumGothic"/>
                <a:cs typeface="NanumGothic"/>
              </a:defRPr>
            </a:lvl6pPr>
            <a:lvl7pPr algn="l">
              <a:buNone/>
              <a:defRPr sz="1950" b="1">
                <a:solidFill>
                  <a:srgbClr val="1D2944"/>
                </a:solidFill>
                <a:latin typeface="NanumGothic"/>
                <a:ea typeface="NanumGothic"/>
                <a:cs typeface="NanumGothic"/>
              </a:defRPr>
            </a:lvl7pPr>
            <a:lvl8pPr algn="l">
              <a:buNone/>
              <a:defRPr sz="1950" b="1">
                <a:solidFill>
                  <a:srgbClr val="1D2944"/>
                </a:solidFill>
                <a:latin typeface="NanumGothic"/>
                <a:ea typeface="NanumGothic"/>
                <a:cs typeface="NanumGothic"/>
              </a:defRPr>
            </a:lvl8pPr>
            <a:lvl9pPr algn="l">
              <a:buNone/>
              <a:defRPr sz="1950" b="1">
                <a:solidFill>
                  <a:srgbClr val="1D2944"/>
                </a:solidFill>
                <a:latin typeface="NanumGothic"/>
                <a:ea typeface="NanumGothic"/>
                <a:cs typeface="NanumGothic"/>
              </a:defRPr>
            </a:lvl9pPr>
          </a:lstStyle>
          <a:p xmlns:a="http://schemas.openxmlformats.org/drawingml/2006/main">
            <a:pPr algn="l">
              <a:buNone/>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완료 즉시 숨김</a:t>
            </a:r>
          </a:p>
        </p:txBody>
      </p:sp>
      <p:sp>
        <p:nvSpPr>
          <p:cNvPr id="17" name="">
            <a:extLst xmlns:a="http://schemas.openxmlformats.org/drawingml/2006/main">
              <a:ext uri="{FF2B5EF4-FFF2-40B4-BE49-F238E27FC236}">
                <a16:creationId xmlns:a16="http://schemas.microsoft.com/office/drawing/2014/main" id="{F34F3FF8-CBB6-4A3A-A612-1D882A52EF58}"/>
              </a:ext>
            </a:extLst>
          </p:cNvPr>
          <p:cNvSpPr>
            <a:spLocks xmlns:a="http://schemas.openxmlformats.org/drawingml/2006/main" noGrp="1"/>
          </p:cNvSpPr>
          <p:nvPr/>
        </p:nvSpPr>
        <p:spPr>
          <a:xfrm xmlns:a="http://schemas.openxmlformats.org/drawingml/2006/main">
            <a:off x="8143875"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복구 어려움</a:t>
            </a:r>
          </a:p>
        </p:txBody>
      </p:sp>
      <p:sp>
        <p:nvSpPr>
          <p:cNvPr id="18" name="">
            <a:extLst xmlns:a="http://schemas.openxmlformats.org/drawingml/2006/main">
              <a:ext uri="{FF2B5EF4-FFF2-40B4-BE49-F238E27FC236}">
                <a16:creationId xmlns:a16="http://schemas.microsoft.com/office/drawing/2014/main" id="{FD3E211D-8EA7-42F9-B295-DE82CEE1D500}"/>
              </a:ext>
            </a:extLst>
          </p:cNvPr>
          <p:cNvSpPr>
            <a:spLocks xmlns:a="http://schemas.openxmlformats.org/drawingml/2006/main" noGrp="1"/>
          </p:cNvSpPr>
          <p:nvPr/>
        </p:nvSpPr>
        <p:spPr>
          <a:xfrm xmlns:a="http://schemas.openxmlformats.org/drawingml/2006/main">
            <a:off x="8143875"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85D58"/>
                </a:solidFill>
                <a:latin typeface="NanumGothic"/>
                <a:ea typeface="NanumGothic"/>
                <a:cs typeface="NanumGothic"/>
              </a:defRPr>
            </a:defPPr>
            <a:lvl1pPr algn="l">
              <a:buNone/>
              <a:defRPr sz="1425" b="1">
                <a:solidFill>
                  <a:srgbClr val="D85D58"/>
                </a:solidFill>
                <a:latin typeface="NanumGothic"/>
                <a:ea typeface="NanumGothic"/>
                <a:cs typeface="NanumGothic"/>
              </a:defRPr>
            </a:lvl1pPr>
            <a:lvl2pPr algn="l">
              <a:buNone/>
              <a:defRPr sz="1425" b="1">
                <a:solidFill>
                  <a:srgbClr val="D85D58"/>
                </a:solidFill>
                <a:latin typeface="NanumGothic"/>
                <a:ea typeface="NanumGothic"/>
                <a:cs typeface="NanumGothic"/>
              </a:defRPr>
            </a:lvl2pPr>
            <a:lvl3pPr algn="l">
              <a:buNone/>
              <a:defRPr sz="1425" b="1">
                <a:solidFill>
                  <a:srgbClr val="D85D58"/>
                </a:solidFill>
                <a:latin typeface="NanumGothic"/>
                <a:ea typeface="NanumGothic"/>
                <a:cs typeface="NanumGothic"/>
              </a:defRPr>
            </a:lvl3pPr>
            <a:lvl4pPr algn="l">
              <a:buNone/>
              <a:defRPr sz="1425" b="1">
                <a:solidFill>
                  <a:srgbClr val="D85D58"/>
                </a:solidFill>
                <a:latin typeface="NanumGothic"/>
                <a:ea typeface="NanumGothic"/>
                <a:cs typeface="NanumGothic"/>
              </a:defRPr>
            </a:lvl4pPr>
            <a:lvl5pPr algn="l">
              <a:buNone/>
              <a:defRPr sz="1425" b="1">
                <a:solidFill>
                  <a:srgbClr val="D85D58"/>
                </a:solidFill>
                <a:latin typeface="NanumGothic"/>
                <a:ea typeface="NanumGothic"/>
                <a:cs typeface="NanumGothic"/>
              </a:defRPr>
            </a:lvl5pPr>
            <a:lvl6pPr algn="l">
              <a:buNone/>
              <a:defRPr sz="1425" b="1">
                <a:solidFill>
                  <a:srgbClr val="D85D58"/>
                </a:solidFill>
                <a:latin typeface="NanumGothic"/>
                <a:ea typeface="NanumGothic"/>
                <a:cs typeface="NanumGothic"/>
              </a:defRPr>
            </a:lvl6pPr>
            <a:lvl7pPr algn="l">
              <a:buNone/>
              <a:defRPr sz="1425" b="1">
                <a:solidFill>
                  <a:srgbClr val="D85D58"/>
                </a:solidFill>
                <a:latin typeface="NanumGothic"/>
                <a:ea typeface="NanumGothic"/>
                <a:cs typeface="NanumGothic"/>
              </a:defRPr>
            </a:lvl7pPr>
            <a:lvl8pPr algn="l">
              <a:buNone/>
              <a:defRPr sz="1425" b="1">
                <a:solidFill>
                  <a:srgbClr val="D85D58"/>
                </a:solidFill>
                <a:latin typeface="NanumGothic"/>
                <a:ea typeface="NanumGothic"/>
                <a:cs typeface="NanumGothic"/>
              </a:defRPr>
            </a:lvl8pPr>
            <a:lvl9pPr algn="l">
              <a:buNone/>
              <a:defRPr sz="1425" b="1">
                <a:solidFill>
                  <a:srgbClr val="D85D58"/>
                </a:solidFill>
                <a:latin typeface="NanumGothic"/>
                <a:ea typeface="NanumGothic"/>
                <a:cs typeface="NanumGothic"/>
              </a:defRPr>
            </a:lvl9pPr>
          </a:lstStyle>
          <a:p xmlns:a="http://schemas.openxmlformats.org/drawingml/2006/main">
            <a:pPr algn="l">
              <a:buNone/>
              <a:defRPr sz="1425" b="1">
                <a:solidFill>
                  <a:srgbClr val="D85D58"/>
                </a:solidFill>
                <a:latin typeface="NanumGothic"/>
                <a:ea typeface="NanumGothic"/>
                <a:cs typeface="NanumGothic"/>
              </a:defRPr>
            </a:pPr>
            <a:r>
              <a:rPr sz="1425" b="1">
                <a:solidFill>
                  <a:srgbClr val="D85D58"/>
                </a:solidFill>
                <a:latin typeface="NanumGothic"/>
                <a:ea typeface="NanumGothic"/>
                <a:cs typeface="NanumGothic"/>
              </a:rPr>
              <a:t>수정: 완료함 + 실행 취소</a:t>
            </a:r>
          </a:p>
        </p:txBody>
      </p:sp>
      <p:sp>
        <p:nvSpPr>
          <p:cNvPr id="19" name="">
            <a:extLst xmlns:a="http://schemas.openxmlformats.org/drawingml/2006/main">
              <a:ext uri="{FF2B5EF4-FFF2-40B4-BE49-F238E27FC236}">
                <a16:creationId xmlns:a16="http://schemas.microsoft.com/office/drawing/2014/main" id="{2ACCE518-015B-47CE-9111-2A37EF27138A}"/>
              </a:ext>
            </a:extLst>
          </p:cNvPr>
          <p:cNvSpPr>
            <a:spLocks xmlns:a="http://schemas.openxmlformats.org/drawingml/2006/main" noGrp="1"/>
          </p:cNvSpPr>
          <p:nvPr/>
        </p:nvSpPr>
        <p:spPr>
          <a:xfrm xmlns:a="http://schemas.openxmlformats.org/drawingml/2006/main">
            <a:off x="733425" y="477202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087F83"/>
                </a:solidFill>
                <a:latin typeface="NanumGothic"/>
                <a:ea typeface="NanumGothic"/>
                <a:cs typeface="NanumGothic"/>
              </a:defRPr>
            </a:defPPr>
            <a:lvl1pPr algn="l">
              <a:buNone/>
              <a:defRPr sz="1725" b="1">
                <a:solidFill>
                  <a:srgbClr val="087F83"/>
                </a:solidFill>
                <a:latin typeface="NanumGothic"/>
                <a:ea typeface="NanumGothic"/>
                <a:cs typeface="NanumGothic"/>
              </a:defRPr>
            </a:lvl1pPr>
            <a:lvl2pPr algn="l">
              <a:buNone/>
              <a:defRPr sz="1725" b="1">
                <a:solidFill>
                  <a:srgbClr val="087F83"/>
                </a:solidFill>
                <a:latin typeface="NanumGothic"/>
                <a:ea typeface="NanumGothic"/>
                <a:cs typeface="NanumGothic"/>
              </a:defRPr>
            </a:lvl2pPr>
            <a:lvl3pPr algn="l">
              <a:buNone/>
              <a:defRPr sz="1725" b="1">
                <a:solidFill>
                  <a:srgbClr val="087F83"/>
                </a:solidFill>
                <a:latin typeface="NanumGothic"/>
                <a:ea typeface="NanumGothic"/>
                <a:cs typeface="NanumGothic"/>
              </a:defRPr>
            </a:lvl3pPr>
            <a:lvl4pPr algn="l">
              <a:buNone/>
              <a:defRPr sz="1725" b="1">
                <a:solidFill>
                  <a:srgbClr val="087F83"/>
                </a:solidFill>
                <a:latin typeface="NanumGothic"/>
                <a:ea typeface="NanumGothic"/>
                <a:cs typeface="NanumGothic"/>
              </a:defRPr>
            </a:lvl4pPr>
            <a:lvl5pPr algn="l">
              <a:buNone/>
              <a:defRPr sz="1725" b="1">
                <a:solidFill>
                  <a:srgbClr val="087F83"/>
                </a:solidFill>
                <a:latin typeface="NanumGothic"/>
                <a:ea typeface="NanumGothic"/>
                <a:cs typeface="NanumGothic"/>
              </a:defRPr>
            </a:lvl5pPr>
            <a:lvl6pPr algn="l">
              <a:buNone/>
              <a:defRPr sz="1725" b="1">
                <a:solidFill>
                  <a:srgbClr val="087F83"/>
                </a:solidFill>
                <a:latin typeface="NanumGothic"/>
                <a:ea typeface="NanumGothic"/>
                <a:cs typeface="NanumGothic"/>
              </a:defRPr>
            </a:lvl6pPr>
            <a:lvl7pPr algn="l">
              <a:buNone/>
              <a:defRPr sz="1725" b="1">
                <a:solidFill>
                  <a:srgbClr val="087F83"/>
                </a:solidFill>
                <a:latin typeface="NanumGothic"/>
                <a:ea typeface="NanumGothic"/>
                <a:cs typeface="NanumGothic"/>
              </a:defRPr>
            </a:lvl7pPr>
            <a:lvl8pPr algn="l">
              <a:buNone/>
              <a:defRPr sz="1725" b="1">
                <a:solidFill>
                  <a:srgbClr val="087F83"/>
                </a:solidFill>
                <a:latin typeface="NanumGothic"/>
                <a:ea typeface="NanumGothic"/>
                <a:cs typeface="NanumGothic"/>
              </a:defRPr>
            </a:lvl8pPr>
            <a:lvl9pPr algn="l">
              <a:buNone/>
              <a:defRPr sz="1725" b="1">
                <a:solidFill>
                  <a:srgbClr val="087F83"/>
                </a:solidFill>
                <a:latin typeface="NanumGothic"/>
                <a:ea typeface="NanumGothic"/>
                <a:cs typeface="NanumGothic"/>
              </a:defRPr>
            </a:lvl9pPr>
          </a:lstStyle>
          <a:p xmlns:a="http://schemas.openxmlformats.org/drawingml/2006/main">
            <a:pPr algn="l">
              <a:buNone/>
              <a:defRPr sz="1725" b="1">
                <a:solidFill>
                  <a:srgbClr val="087F83"/>
                </a:solidFill>
                <a:latin typeface="NanumGothic"/>
                <a:ea typeface="NanumGothic"/>
                <a:cs typeface="NanumGothic"/>
              </a:defRPr>
            </a:pPr>
            <a:r>
              <a:rPr sz="1725" b="1">
                <a:solidFill>
                  <a:srgbClr val="087F83"/>
                </a:solidFill>
                <a:latin typeface="NanumGothic"/>
                <a:ea typeface="NanumGothic"/>
                <a:cs typeface="NanumGothic"/>
              </a:rPr>
              <a:t>데모 순서</a:t>
            </a:r>
          </a:p>
        </p:txBody>
      </p:sp>
      <p:sp>
        <p:nvSpPr>
          <p:cNvPr id="20" name="">
            <a:extLst xmlns:a="http://schemas.openxmlformats.org/drawingml/2006/main">
              <a:ext uri="{FF2B5EF4-FFF2-40B4-BE49-F238E27FC236}">
                <a16:creationId xmlns:a16="http://schemas.microsoft.com/office/drawing/2014/main" id="{3BD48419-629C-4BAF-A993-4AE19B31076D}"/>
              </a:ext>
            </a:extLst>
          </p:cNvPr>
          <p:cNvSpPr>
            <a:spLocks xmlns:a="http://schemas.openxmlformats.org/drawingml/2006/main" noGrp="1"/>
          </p:cNvSpPr>
          <p:nvPr/>
        </p:nvSpPr>
        <p:spPr>
          <a:xfrm xmlns:a="http://schemas.openxmlformats.org/drawingml/2006/main">
            <a:off x="733425" y="5143500"/>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D2944"/>
                </a:solidFill>
                <a:latin typeface="NanumGothic"/>
                <a:ea typeface="NanumGothic"/>
                <a:cs typeface="NanumGothic"/>
              </a:defRPr>
            </a:defPPr>
            <a:lvl1pPr algn="l">
              <a:buNone/>
              <a:defRPr sz="1875" b="0">
                <a:solidFill>
                  <a:srgbClr val="1D2944"/>
                </a:solidFill>
                <a:latin typeface="NanumGothic"/>
                <a:ea typeface="NanumGothic"/>
                <a:cs typeface="NanumGothic"/>
              </a:defRPr>
            </a:lvl1pPr>
            <a:lvl2pPr algn="l">
              <a:buNone/>
              <a:defRPr sz="1875" b="0">
                <a:solidFill>
                  <a:srgbClr val="1D2944"/>
                </a:solidFill>
                <a:latin typeface="NanumGothic"/>
                <a:ea typeface="NanumGothic"/>
                <a:cs typeface="NanumGothic"/>
              </a:defRPr>
            </a:lvl2pPr>
            <a:lvl3pPr algn="l">
              <a:buNone/>
              <a:defRPr sz="1875" b="0">
                <a:solidFill>
                  <a:srgbClr val="1D2944"/>
                </a:solidFill>
                <a:latin typeface="NanumGothic"/>
                <a:ea typeface="NanumGothic"/>
                <a:cs typeface="NanumGothic"/>
              </a:defRPr>
            </a:lvl3pPr>
            <a:lvl4pPr algn="l">
              <a:buNone/>
              <a:defRPr sz="1875" b="0">
                <a:solidFill>
                  <a:srgbClr val="1D2944"/>
                </a:solidFill>
                <a:latin typeface="NanumGothic"/>
                <a:ea typeface="NanumGothic"/>
                <a:cs typeface="NanumGothic"/>
              </a:defRPr>
            </a:lvl4pPr>
            <a:lvl5pPr algn="l">
              <a:buNone/>
              <a:defRPr sz="1875" b="0">
                <a:solidFill>
                  <a:srgbClr val="1D2944"/>
                </a:solidFill>
                <a:latin typeface="NanumGothic"/>
                <a:ea typeface="NanumGothic"/>
                <a:cs typeface="NanumGothic"/>
              </a:defRPr>
            </a:lvl5pPr>
            <a:lvl6pPr algn="l">
              <a:buNone/>
              <a:defRPr sz="1875" b="0">
                <a:solidFill>
                  <a:srgbClr val="1D2944"/>
                </a:solidFill>
                <a:latin typeface="NanumGothic"/>
                <a:ea typeface="NanumGothic"/>
                <a:cs typeface="NanumGothic"/>
              </a:defRPr>
            </a:lvl6pPr>
            <a:lvl7pPr algn="l">
              <a:buNone/>
              <a:defRPr sz="1875" b="0">
                <a:solidFill>
                  <a:srgbClr val="1D2944"/>
                </a:solidFill>
                <a:latin typeface="NanumGothic"/>
                <a:ea typeface="NanumGothic"/>
                <a:cs typeface="NanumGothic"/>
              </a:defRPr>
            </a:lvl7pPr>
            <a:lvl8pPr algn="l">
              <a:buNone/>
              <a:defRPr sz="1875" b="0">
                <a:solidFill>
                  <a:srgbClr val="1D2944"/>
                </a:solidFill>
                <a:latin typeface="NanumGothic"/>
                <a:ea typeface="NanumGothic"/>
                <a:cs typeface="NanumGothic"/>
              </a:defRPr>
            </a:lvl8pPr>
            <a:lvl9pPr algn="l">
              <a:buNone/>
              <a:defRPr sz="1875" b="0">
                <a:solidFill>
                  <a:srgbClr val="1D2944"/>
                </a:solidFill>
                <a:latin typeface="NanumGothic"/>
                <a:ea typeface="NanumGothic"/>
                <a:cs typeface="NanumGothic"/>
              </a:defRPr>
            </a:lvl9pPr>
          </a:lstStyle>
          <a:p xmlns:a="http://schemas.openxmlformats.org/drawingml/2006/main">
            <a:pPr algn="l">
              <a:buNone/>
              <a:defRPr sz="1875" b="0">
                <a:solidFill>
                  <a:srgbClr val="1D2944"/>
                </a:solidFill>
                <a:latin typeface="NanumGothic"/>
                <a:ea typeface="NanumGothic"/>
                <a:cs typeface="NanumGothic"/>
              </a:defRPr>
            </a:pPr>
            <a:r>
              <a:rPr sz="1875" b="0">
                <a:solidFill>
                  <a:srgbClr val="1D2944"/>
                </a:solidFill>
                <a:latin typeface="NanumGothic"/>
                <a:ea typeface="NanumGothic"/>
                <a:cs typeface="NanumGothic"/>
              </a:rPr>
              <a:t>GET 목록 → 빠른 추가 → 완료/복구 → 로딩·오류·빈 상태</a:t>
            </a:r>
          </a:p>
        </p:txBody>
      </p:sp>
      <p:sp>
        <p:nvSpPr>
          <p:cNvPr id="21" name="">
            <a:extLst xmlns:a="http://schemas.openxmlformats.org/drawingml/2006/main">
              <a:ext uri="{FF2B5EF4-FFF2-40B4-BE49-F238E27FC236}">
                <a16:creationId xmlns:a16="http://schemas.microsoft.com/office/drawing/2014/main" id="{8EAA3B76-835D-4E26-8BC9-7891E49D854A}"/>
              </a:ext>
            </a:extLst>
          </p:cNvPr>
          <p:cNvSpPr>
            <a:spLocks xmlns:a="http://schemas.openxmlformats.org/drawingml/2006/main" noGrp="1"/>
          </p:cNvSpPr>
          <p:nvPr/>
        </p:nvSpPr>
        <p:spPr>
          <a:xfrm xmlns:a="http://schemas.openxmlformats.org/drawingml/2006/main">
            <a:off x="733425" y="5772150"/>
            <a:ext cx="1042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D85D58"/>
                </a:solidFill>
                <a:latin typeface="NanumGothic"/>
                <a:ea typeface="NanumGothic"/>
                <a:cs typeface="NanumGothic"/>
              </a:defRPr>
            </a:defPPr>
            <a:lvl1pPr algn="l">
              <a:buNone/>
              <a:defRPr sz="1350" b="0">
                <a:solidFill>
                  <a:srgbClr val="D85D58"/>
                </a:solidFill>
                <a:latin typeface="NanumGothic"/>
                <a:ea typeface="NanumGothic"/>
                <a:cs typeface="NanumGothic"/>
              </a:defRPr>
            </a:lvl1pPr>
            <a:lvl2pPr algn="l">
              <a:buNone/>
              <a:defRPr sz="1350" b="0">
                <a:solidFill>
                  <a:srgbClr val="D85D58"/>
                </a:solidFill>
                <a:latin typeface="NanumGothic"/>
                <a:ea typeface="NanumGothic"/>
                <a:cs typeface="NanumGothic"/>
              </a:defRPr>
            </a:lvl2pPr>
            <a:lvl3pPr algn="l">
              <a:buNone/>
              <a:defRPr sz="1350" b="0">
                <a:solidFill>
                  <a:srgbClr val="D85D58"/>
                </a:solidFill>
                <a:latin typeface="NanumGothic"/>
                <a:ea typeface="NanumGothic"/>
                <a:cs typeface="NanumGothic"/>
              </a:defRPr>
            </a:lvl3pPr>
            <a:lvl4pPr algn="l">
              <a:buNone/>
              <a:defRPr sz="1350" b="0">
                <a:solidFill>
                  <a:srgbClr val="D85D58"/>
                </a:solidFill>
                <a:latin typeface="NanumGothic"/>
                <a:ea typeface="NanumGothic"/>
                <a:cs typeface="NanumGothic"/>
              </a:defRPr>
            </a:lvl4pPr>
            <a:lvl5pPr algn="l">
              <a:buNone/>
              <a:defRPr sz="1350" b="0">
                <a:solidFill>
                  <a:srgbClr val="D85D58"/>
                </a:solidFill>
                <a:latin typeface="NanumGothic"/>
                <a:ea typeface="NanumGothic"/>
                <a:cs typeface="NanumGothic"/>
              </a:defRPr>
            </a:lvl5pPr>
            <a:lvl6pPr algn="l">
              <a:buNone/>
              <a:defRPr sz="1350" b="0">
                <a:solidFill>
                  <a:srgbClr val="D85D58"/>
                </a:solidFill>
                <a:latin typeface="NanumGothic"/>
                <a:ea typeface="NanumGothic"/>
                <a:cs typeface="NanumGothic"/>
              </a:defRPr>
            </a:lvl6pPr>
            <a:lvl7pPr algn="l">
              <a:buNone/>
              <a:defRPr sz="1350" b="0">
                <a:solidFill>
                  <a:srgbClr val="D85D58"/>
                </a:solidFill>
                <a:latin typeface="NanumGothic"/>
                <a:ea typeface="NanumGothic"/>
                <a:cs typeface="NanumGothic"/>
              </a:defRPr>
            </a:lvl7pPr>
            <a:lvl8pPr algn="l">
              <a:buNone/>
              <a:defRPr sz="1350" b="0">
                <a:solidFill>
                  <a:srgbClr val="D85D58"/>
                </a:solidFill>
                <a:latin typeface="NanumGothic"/>
                <a:ea typeface="NanumGothic"/>
                <a:cs typeface="NanumGothic"/>
              </a:defRPr>
            </a:lvl8pPr>
            <a:lvl9pPr algn="l">
              <a:buNone/>
              <a:defRPr sz="1350" b="0">
                <a:solidFill>
                  <a:srgbClr val="D85D58"/>
                </a:solidFill>
                <a:latin typeface="NanumGothic"/>
                <a:ea typeface="NanumGothic"/>
                <a:cs typeface="NanumGothic"/>
              </a:defRPr>
            </a:lvl9pPr>
          </a:lstStyle>
          <a:p xmlns:a="http://schemas.openxmlformats.org/drawingml/2006/main">
            <a:pPr algn="l">
              <a:buNone/>
              <a:defRPr sz="1350" b="0">
                <a:solidFill>
                  <a:srgbClr val="D85D58"/>
                </a:solidFill>
                <a:latin typeface="NanumGothic"/>
                <a:ea typeface="NanumGothic"/>
                <a:cs typeface="NanumGothic"/>
              </a:defRPr>
            </a:pPr>
            <a:r>
              <a:rPr sz="1350" b="0">
                <a:solidFill>
                  <a:srgbClr val="D85D58"/>
                </a:solidFill>
                <a:latin typeface="NanumGothic"/>
                <a:ea typeface="NanumGothic"/>
                <a:cs typeface="NanumGothic"/>
              </a:rPr>
              <a:t>GitHub URL / 1분 영상 URL: 본인 업로드 후 실제 주소 삽입 필요</a:t>
            </a:r>
          </a:p>
        </p:txBody>
      </p:sp>
    </p:spTree>
    <p:extLst>
      <p:ext uri="{BB962C8B-B14F-4D97-AF65-F5344CB8AC3E}">
        <p14:creationId xmlns:p14="http://schemas.microsoft.com/office/powerpoint/2010/main" val="292764048"/>
      </p:ext>
    </p:extLst>
  </p:cSld>
</p:sld>
</file>

<file path=ppt/slides/slide8.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EF28B2A-CA02-4764-81E5-4E715564B6F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2B12B0-6CBA-40CB-BC49-C34B02C8B0C2}"/>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B1  공개 리뷰 근거표</a:t>
            </a:r>
          </a:p>
        </p:txBody>
      </p:sp>
      <p:sp>
        <p:nvSpPr>
          <p:cNvPr id="3" name="">
            <a:extLst xmlns:a="http://schemas.openxmlformats.org/drawingml/2006/main">
              <a:ext uri="{FF2B5EF4-FFF2-40B4-BE49-F238E27FC236}">
                <a16:creationId xmlns:a16="http://schemas.microsoft.com/office/drawing/2014/main" id="{7D3F953A-D718-447D-8436-ABACFF9B9E8F}"/>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788A9D"/>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788A9D"/>
                </a:solidFill>
                <a:latin typeface="NanumGothic"/>
                <a:ea typeface="NanumGothic"/>
                <a:cs typeface="NanumGothic"/>
              </a:defRPr>
            </a:pPr>
            <a:r>
              <a:rPr sz="1350" b="0">
                <a:solidFill>
                  <a:srgbClr val="788A9D"/>
                </a:solidFill>
                <a:latin typeface="NanumGothic"/>
                <a:ea typeface="NanumGothic"/>
                <a:cs typeface="NanumGothic"/>
              </a:rPr>
              <a:t>Google Play 3개 공개 리뷰 실제 캡처 · 작성자 영역 제외 · 날짜·별점·본문 표시</a:t>
            </a:r>
          </a:p>
        </p:txBody>
      </p:sp>
      <p:sp>
        <p:nvSpPr>
          <p:cNvPr id="4" name="">
            <a:extLst xmlns:a="http://schemas.openxmlformats.org/drawingml/2006/main">
              <a:ext uri="{FF2B5EF4-FFF2-40B4-BE49-F238E27FC236}">
                <a16:creationId xmlns:a16="http://schemas.microsoft.com/office/drawing/2014/main" id="{B83875DA-3B2A-4D2F-8146-4F8DAB576C7E}"/>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E7B60D-A26D-4A6A-9AB7-9ECE853F6763}"/>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EA558CF7-88E1-4E37-B6F9-53C6456E026C}"/>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B1</a:t>
            </a:r>
          </a:p>
        </p:txBody>
      </p:sp>
      <p:sp>
        <p:nvSpPr>
          <p:cNvPr id="26" name="">
            <a:extLst xmlns:a="http://schemas.openxmlformats.org/drawingml/2006/main">
              <a:ext uri="{FF2B5EF4-FFF2-40B4-BE49-F238E27FC236}">
                <a16:creationId xmlns:a16="http://schemas.microsoft.com/office/drawing/2014/main" id="{99F50675-36E7-4A22-87BA-8371427789EC}"/>
              </a:ext>
            </a:extLst>
          </p:cNvPr>
          <p:cNvSpPr>
            <a:spLocks xmlns:a="http://schemas.openxmlformats.org/drawingml/2006/main" noGrp="1"/>
          </p:cNvSpPr>
          <p:nvPr/>
        </p:nvSpPr>
        <p:spPr>
          <a:xfrm xmlns:a="http://schemas.openxmlformats.org/drawingml/2006/main">
            <a:off x="685800" y="1800225"/>
            <a:ext cx="108204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8E4E8"/>
            </a:solidFill>
            <a:prstDash val="solid"/>
          </a:ln>
        </p:spPr>
      </p:sp>
      <p:sp>
        <p:nvSpPr>
          <p:cNvPr id="27" name="">
            <a:extLst xmlns:a="http://schemas.openxmlformats.org/drawingml/2006/main">
              <a:ext uri="{FF2B5EF4-FFF2-40B4-BE49-F238E27FC236}">
                <a16:creationId xmlns:a16="http://schemas.microsoft.com/office/drawing/2014/main" id="{85055AE1-85D4-45C0-B4A3-1E88D966FA5E}"/>
              </a:ext>
            </a:extLst>
          </p:cNvPr>
          <p:cNvSpPr>
            <a:spLocks xmlns:a="http://schemas.openxmlformats.org/drawingml/2006/main" noGrp="1"/>
          </p:cNvSpPr>
          <p:nvPr/>
        </p:nvSpPr>
        <p:spPr>
          <a:xfrm xmlns:a="http://schemas.openxmlformats.org/drawingml/2006/main">
            <a:off x="685800" y="1800225"/>
            <a:ext cx="76200" cy="1181100"/>
          </a:xfrm>
          <a:prstGeom xmlns:a="http://schemas.openxmlformats.org/drawingml/2006/main" prst="rect">
            <a:avLst/>
          </a:prstGeom>
          <a:solidFill xmlns:a="http://schemas.openxmlformats.org/drawingml/2006/main">
            <a:srgbClr val="168C9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66D6429-0397-4D21-8F45-D5209F1B019F}"/>
              </a:ext>
            </a:extLst>
          </p:cNvPr>
          <p:cNvSpPr>
            <a:spLocks xmlns:a="http://schemas.openxmlformats.org/drawingml/2006/main" noGrp="1"/>
          </p:cNvSpPr>
          <p:nvPr/>
        </p:nvSpPr>
        <p:spPr>
          <a:xfrm xmlns:a="http://schemas.openxmlformats.org/drawingml/2006/main">
            <a:off x="904875" y="1924050"/>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68C92"/>
                </a:solidFill>
              </a:defRPr>
            </a:defPPr>
            <a:lvl1pPr>
              <a:defRPr sz="1500" b="1">
                <a:solidFill>
                  <a:srgbClr val="168C92"/>
                </a:solidFill>
              </a:defRPr>
            </a:lvl1pPr>
            <a:lvl2pPr>
              <a:defRPr sz="1500" b="1">
                <a:solidFill>
                  <a:srgbClr val="168C92"/>
                </a:solidFill>
              </a:defRPr>
            </a:lvl2pPr>
            <a:lvl3pPr>
              <a:defRPr sz="1500" b="1">
                <a:solidFill>
                  <a:srgbClr val="168C92"/>
                </a:solidFill>
              </a:defRPr>
            </a:lvl3pPr>
            <a:lvl4pPr>
              <a:defRPr sz="1500" b="1">
                <a:solidFill>
                  <a:srgbClr val="168C92"/>
                </a:solidFill>
              </a:defRPr>
            </a:lvl4pPr>
            <a:lvl5pPr>
              <a:defRPr sz="1500" b="1">
                <a:solidFill>
                  <a:srgbClr val="168C92"/>
                </a:solidFill>
              </a:defRPr>
            </a:lvl5pPr>
            <a:lvl6pPr>
              <a:defRPr sz="1500" b="1">
                <a:solidFill>
                  <a:srgbClr val="168C92"/>
                </a:solidFill>
              </a:defRPr>
            </a:lvl6pPr>
            <a:lvl7pPr>
              <a:defRPr sz="1500" b="1">
                <a:solidFill>
                  <a:srgbClr val="168C92"/>
                </a:solidFill>
              </a:defRPr>
            </a:lvl7pPr>
            <a:lvl8pPr>
              <a:defRPr sz="1500" b="1">
                <a:solidFill>
                  <a:srgbClr val="168C92"/>
                </a:solidFill>
              </a:defRPr>
            </a:lvl8pPr>
            <a:lvl9pPr>
              <a:defRPr sz="1500" b="1">
                <a:solidFill>
                  <a:srgbClr val="168C92"/>
                </a:solidFill>
              </a:defRPr>
            </a:lvl9pPr>
          </a:lstStyle>
          <a:p xmlns:a="http://schemas.openxmlformats.org/drawingml/2006/main">
            <a:pPr>
              <a:defRPr sz="1500" b="1">
                <a:solidFill>
                  <a:srgbClr val="168C92"/>
                </a:solidFill>
              </a:defRPr>
            </a:pPr>
            <a:r>
              <a:rPr sz="1500" b="1">
                <a:solidFill>
                  <a:srgbClr val="168C92"/>
                </a:solidFill>
              </a:rPr>
              <a:t>R01</a:t>
            </a:r>
          </a:p>
        </p:txBody>
      </p:sp>
      <p:sp>
        <p:nvSpPr>
          <p:cNvPr id="29" name="">
            <a:extLst xmlns:a="http://schemas.openxmlformats.org/drawingml/2006/main">
              <a:ext uri="{FF2B5EF4-FFF2-40B4-BE49-F238E27FC236}">
                <a16:creationId xmlns:a16="http://schemas.microsoft.com/office/drawing/2014/main" id="{BA263802-FB9B-41FB-B938-6B9F7E8A99CD}"/>
              </a:ext>
            </a:extLst>
          </p:cNvPr>
          <p:cNvSpPr>
            <a:spLocks xmlns:a="http://schemas.openxmlformats.org/drawingml/2006/main" noGrp="1"/>
          </p:cNvSpPr>
          <p:nvPr/>
        </p:nvSpPr>
        <p:spPr>
          <a:xfrm xmlns:a="http://schemas.openxmlformats.org/drawingml/2006/main">
            <a:off x="904875" y="221932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4748B"/>
                </a:solidFill>
              </a:defRPr>
            </a:defPPr>
            <a:lvl1pPr>
              <a:defRPr sz="1050" b="0">
                <a:solidFill>
                  <a:srgbClr val="64748B"/>
                </a:solidFill>
              </a:defRPr>
            </a:lvl1pPr>
            <a:lvl2pPr>
              <a:defRPr sz="1050" b="0">
                <a:solidFill>
                  <a:srgbClr val="64748B"/>
                </a:solidFill>
              </a:defRPr>
            </a:lvl2pPr>
            <a:lvl3pPr>
              <a:defRPr sz="1050" b="0">
                <a:solidFill>
                  <a:srgbClr val="64748B"/>
                </a:solidFill>
              </a:defRPr>
            </a:lvl3pPr>
            <a:lvl4pPr>
              <a:defRPr sz="1050" b="0">
                <a:solidFill>
                  <a:srgbClr val="64748B"/>
                </a:solidFill>
              </a:defRPr>
            </a:lvl4pPr>
            <a:lvl5pPr>
              <a:defRPr sz="1050" b="0">
                <a:solidFill>
                  <a:srgbClr val="64748B"/>
                </a:solidFill>
              </a:defRPr>
            </a:lvl5pPr>
            <a:lvl6pPr>
              <a:defRPr sz="1050" b="0">
                <a:solidFill>
                  <a:srgbClr val="64748B"/>
                </a:solidFill>
              </a:defRPr>
            </a:lvl6pPr>
            <a:lvl7pPr>
              <a:defRPr sz="1050" b="0">
                <a:solidFill>
                  <a:srgbClr val="64748B"/>
                </a:solidFill>
              </a:defRPr>
            </a:lvl7pPr>
            <a:lvl8pPr>
              <a:defRPr sz="1050" b="0">
                <a:solidFill>
                  <a:srgbClr val="64748B"/>
                </a:solidFill>
              </a:defRPr>
            </a:lvl8pPr>
            <a:lvl9pPr>
              <a:defRPr sz="1050" b="0">
                <a:solidFill>
                  <a:srgbClr val="64748B"/>
                </a:solidFill>
              </a:defRPr>
            </a:lvl9pPr>
          </a:lstStyle>
          <a:p xmlns:a="http://schemas.openxmlformats.org/drawingml/2006/main">
            <a:pPr>
              <a:defRPr sz="1050" b="0">
                <a:solidFill>
                  <a:srgbClr val="64748B"/>
                </a:solidFill>
              </a:defRPr>
            </a:pPr>
            <a:r>
              <a:rPr sz="1050" b="0">
                <a:solidFill>
                  <a:srgbClr val="64748B"/>
                </a:solidFill>
              </a:rPr>
              <a:t>2026.05.20</a:t>
            </a:r>
          </a:p>
        </p:txBody>
      </p:sp>
      <p:sp>
        <p:nvSpPr>
          <p:cNvPr id="30" name="">
            <a:extLst xmlns:a="http://schemas.openxmlformats.org/drawingml/2006/main">
              <a:ext uri="{FF2B5EF4-FFF2-40B4-BE49-F238E27FC236}">
                <a16:creationId xmlns:a16="http://schemas.microsoft.com/office/drawing/2014/main" id="{09BAD009-9121-45BA-86C6-753C1B444098}"/>
              </a:ext>
            </a:extLst>
          </p:cNvPr>
          <p:cNvSpPr>
            <a:spLocks xmlns:a="http://schemas.openxmlformats.org/drawingml/2006/main" noGrp="1"/>
          </p:cNvSpPr>
          <p:nvPr/>
        </p:nvSpPr>
        <p:spPr>
          <a:xfrm xmlns:a="http://schemas.openxmlformats.org/drawingml/2006/main">
            <a:off x="904875" y="24669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1">
                <a:solidFill>
                  <a:srgbClr val="168C92"/>
                </a:solidFill>
              </a:defRPr>
            </a:defPPr>
            <a:lvl1pPr>
              <a:defRPr sz="1425" b="1">
                <a:solidFill>
                  <a:srgbClr val="168C92"/>
                </a:solidFill>
              </a:defRPr>
            </a:lvl1pPr>
            <a:lvl2pPr>
              <a:defRPr sz="1425" b="1">
                <a:solidFill>
                  <a:srgbClr val="168C92"/>
                </a:solidFill>
              </a:defRPr>
            </a:lvl2pPr>
            <a:lvl3pPr>
              <a:defRPr sz="1425" b="1">
                <a:solidFill>
                  <a:srgbClr val="168C92"/>
                </a:solidFill>
              </a:defRPr>
            </a:lvl3pPr>
            <a:lvl4pPr>
              <a:defRPr sz="1425" b="1">
                <a:solidFill>
                  <a:srgbClr val="168C92"/>
                </a:solidFill>
              </a:defRPr>
            </a:lvl4pPr>
            <a:lvl5pPr>
              <a:defRPr sz="1425" b="1">
                <a:solidFill>
                  <a:srgbClr val="168C92"/>
                </a:solidFill>
              </a:defRPr>
            </a:lvl5pPr>
            <a:lvl6pPr>
              <a:defRPr sz="1425" b="1">
                <a:solidFill>
                  <a:srgbClr val="168C92"/>
                </a:solidFill>
              </a:defRPr>
            </a:lvl6pPr>
            <a:lvl7pPr>
              <a:defRPr sz="1425" b="1">
                <a:solidFill>
                  <a:srgbClr val="168C92"/>
                </a:solidFill>
              </a:defRPr>
            </a:lvl7pPr>
            <a:lvl8pPr>
              <a:defRPr sz="1425" b="1">
                <a:solidFill>
                  <a:srgbClr val="168C92"/>
                </a:solidFill>
              </a:defRPr>
            </a:lvl8pPr>
            <a:lvl9pPr>
              <a:defRPr sz="1425" b="1">
                <a:solidFill>
                  <a:srgbClr val="168C92"/>
                </a:solidFill>
              </a:defRPr>
            </a:lvl9pPr>
          </a:lstStyle>
          <a:p xmlns:a="http://schemas.openxmlformats.org/drawingml/2006/main">
            <a:pPr>
              <a:defRPr sz="1425" b="1">
                <a:solidFill>
                  <a:srgbClr val="168C92"/>
                </a:solidFill>
              </a:defRPr>
            </a:pPr>
            <a:r>
              <a:rPr sz="1425" b="1">
                <a:solidFill>
                  <a:srgbClr val="168C92"/>
                </a:solidFill>
              </a:rPr>
              <a:t>★★★★★</a:t>
            </a:r>
          </a:p>
        </p:txBody>
      </p:sp>
      <p:sp>
        <p:nvSpPr>
          <p:cNvPr id="31" name="">
            <a:extLst xmlns:a="http://schemas.openxmlformats.org/drawingml/2006/main">
              <a:ext uri="{FF2B5EF4-FFF2-40B4-BE49-F238E27FC236}">
                <a16:creationId xmlns:a16="http://schemas.microsoft.com/office/drawing/2014/main" id="{16EDB42E-702C-4DB5-A5CD-304E99DCF73D}"/>
              </a:ext>
            </a:extLst>
          </p:cNvPr>
          <p:cNvSpPr>
            <a:spLocks xmlns:a="http://schemas.openxmlformats.org/drawingml/2006/main" noGrp="1"/>
          </p:cNvSpPr>
          <p:nvPr/>
        </p:nvSpPr>
        <p:spPr>
          <a:xfrm xmlns:a="http://schemas.openxmlformats.org/drawingml/2006/main">
            <a:off x="904875" y="2733675"/>
            <a:ext cx="1533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8B"/>
                </a:solidFill>
              </a:defRPr>
            </a:defPPr>
            <a:lvl1pPr>
              <a:defRPr sz="975" b="0">
                <a:solidFill>
                  <a:srgbClr val="64748B"/>
                </a:solidFill>
              </a:defRPr>
            </a:lvl1pPr>
            <a:lvl2pPr>
              <a:defRPr sz="975" b="0">
                <a:solidFill>
                  <a:srgbClr val="64748B"/>
                </a:solidFill>
              </a:defRPr>
            </a:lvl2pPr>
            <a:lvl3pPr>
              <a:defRPr sz="975" b="0">
                <a:solidFill>
                  <a:srgbClr val="64748B"/>
                </a:solidFill>
              </a:defRPr>
            </a:lvl3pPr>
            <a:lvl4pPr>
              <a:defRPr sz="975" b="0">
                <a:solidFill>
                  <a:srgbClr val="64748B"/>
                </a:solidFill>
              </a:defRPr>
            </a:lvl4pPr>
            <a:lvl5pPr>
              <a:defRPr sz="975" b="0">
                <a:solidFill>
                  <a:srgbClr val="64748B"/>
                </a:solidFill>
              </a:defRPr>
            </a:lvl5pPr>
            <a:lvl6pPr>
              <a:defRPr sz="975" b="0">
                <a:solidFill>
                  <a:srgbClr val="64748B"/>
                </a:solidFill>
              </a:defRPr>
            </a:lvl6pPr>
            <a:lvl7pPr>
              <a:defRPr sz="975" b="0">
                <a:solidFill>
                  <a:srgbClr val="64748B"/>
                </a:solidFill>
              </a:defRPr>
            </a:lvl7pPr>
            <a:lvl8pPr>
              <a:defRPr sz="975" b="0">
                <a:solidFill>
                  <a:srgbClr val="64748B"/>
                </a:solidFill>
              </a:defRPr>
            </a:lvl8pPr>
            <a:lvl9pPr>
              <a:defRPr sz="975" b="0">
                <a:solidFill>
                  <a:srgbClr val="64748B"/>
                </a:solidFill>
              </a:defRPr>
            </a:lvl9pPr>
          </a:lstStyle>
          <a:p xmlns:a="http://schemas.openxmlformats.org/drawingml/2006/main">
            <a:pPr>
              <a:defRPr sz="975" b="0">
                <a:solidFill>
                  <a:srgbClr val="64748B"/>
                </a:solidFill>
              </a:defRPr>
            </a:pPr>
            <a:r>
              <a:rPr sz="975" b="0">
                <a:solidFill>
                  <a:srgbClr val="64748B"/>
                </a:solidFill>
              </a:rPr>
              <a:t>색상·알림 개선</a:t>
            </a:r>
          </a:p>
        </p:txBody>
      </p:sp>
      <p:pic>
        <p:nvPicPr>
          <p:cNvPr id="32" name="">
            <a:extLst xmlns:a="http://schemas.openxmlformats.org/drawingml/2006/main">
              <a:ext uri="{FF2B5EF4-FFF2-40B4-BE49-F238E27FC236}">
                <a16:creationId xmlns:a16="http://schemas.microsoft.com/office/drawing/2014/main" id="{9A97183F-6A9A-401E-825A-AEAF49FBCD92}"/>
              </a:ext>
            </a:extLst>
          </p:cNvPr>
          <p:cNvPicPr>
            <a:picLocks xmlns:a="http://schemas.openxmlformats.org/drawingml/2006/main" noChangeAspect="1"/>
          </p:cNvPicPr>
          <p:nvPr/>
        </p:nvPicPr>
        <p:blipFill>
          <a:blip xmlns:r="http://schemas.openxmlformats.org/officeDocument/2006/relationships" xmlns:a="http://schemas.openxmlformats.org/drawingml/2006/main" r:embed="R2d2b0614c9ad48a7"/>
          <a:srcRect xmlns:a="http://schemas.openxmlformats.org/drawingml/2006/main" l="10800" t="47200" r="35900" b="44300"/>
          <a:stretch xmlns:a="http://schemas.openxmlformats.org/drawingml/2006/main"/>
        </p:blipFill>
        <p:spPr>
          <a:xfrm xmlns:a="http://schemas.openxmlformats.org/drawingml/2006/main">
            <a:off x="2619375" y="1895475"/>
            <a:ext cx="8572500" cy="1000125"/>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768C507-A37F-42A0-9EA0-532B8C0AF6EE}"/>
              </a:ext>
            </a:extLst>
          </p:cNvPr>
          <p:cNvSpPr>
            <a:spLocks xmlns:a="http://schemas.openxmlformats.org/drawingml/2006/main" noGrp="1"/>
          </p:cNvSpPr>
          <p:nvPr/>
        </p:nvSpPr>
        <p:spPr>
          <a:xfrm xmlns:a="http://schemas.openxmlformats.org/drawingml/2006/main">
            <a:off x="685800" y="3076575"/>
            <a:ext cx="108204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8E4E8"/>
            </a:solidFill>
            <a:prstDash val="solid"/>
          </a:ln>
        </p:spPr>
      </p:sp>
      <p:sp>
        <p:nvSpPr>
          <p:cNvPr id="34" name="">
            <a:extLst xmlns:a="http://schemas.openxmlformats.org/drawingml/2006/main">
              <a:ext uri="{FF2B5EF4-FFF2-40B4-BE49-F238E27FC236}">
                <a16:creationId xmlns:a16="http://schemas.microsoft.com/office/drawing/2014/main" id="{3EFDFF28-BB90-46CD-82E2-1A930E1DD817}"/>
              </a:ext>
            </a:extLst>
          </p:cNvPr>
          <p:cNvSpPr>
            <a:spLocks xmlns:a="http://schemas.openxmlformats.org/drawingml/2006/main" noGrp="1"/>
          </p:cNvSpPr>
          <p:nvPr/>
        </p:nvSpPr>
        <p:spPr>
          <a:xfrm xmlns:a="http://schemas.openxmlformats.org/drawingml/2006/main">
            <a:off x="685800" y="3076575"/>
            <a:ext cx="76200" cy="1181100"/>
          </a:xfrm>
          <a:prstGeom xmlns:a="http://schemas.openxmlformats.org/drawingml/2006/main" prst="rect">
            <a:avLst/>
          </a:prstGeom>
          <a:solidFill xmlns:a="http://schemas.openxmlformats.org/drawingml/2006/main">
            <a:srgbClr val="168C92"/>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1316978-A289-4848-9E22-1162E807E81A}"/>
              </a:ext>
            </a:extLst>
          </p:cNvPr>
          <p:cNvSpPr>
            <a:spLocks xmlns:a="http://schemas.openxmlformats.org/drawingml/2006/main" noGrp="1"/>
          </p:cNvSpPr>
          <p:nvPr/>
        </p:nvSpPr>
        <p:spPr>
          <a:xfrm xmlns:a="http://schemas.openxmlformats.org/drawingml/2006/main">
            <a:off x="904875" y="3200400"/>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68C92"/>
                </a:solidFill>
              </a:defRPr>
            </a:defPPr>
            <a:lvl1pPr>
              <a:defRPr sz="1500" b="1">
                <a:solidFill>
                  <a:srgbClr val="168C92"/>
                </a:solidFill>
              </a:defRPr>
            </a:lvl1pPr>
            <a:lvl2pPr>
              <a:defRPr sz="1500" b="1">
                <a:solidFill>
                  <a:srgbClr val="168C92"/>
                </a:solidFill>
              </a:defRPr>
            </a:lvl2pPr>
            <a:lvl3pPr>
              <a:defRPr sz="1500" b="1">
                <a:solidFill>
                  <a:srgbClr val="168C92"/>
                </a:solidFill>
              </a:defRPr>
            </a:lvl3pPr>
            <a:lvl4pPr>
              <a:defRPr sz="1500" b="1">
                <a:solidFill>
                  <a:srgbClr val="168C92"/>
                </a:solidFill>
              </a:defRPr>
            </a:lvl4pPr>
            <a:lvl5pPr>
              <a:defRPr sz="1500" b="1">
                <a:solidFill>
                  <a:srgbClr val="168C92"/>
                </a:solidFill>
              </a:defRPr>
            </a:lvl5pPr>
            <a:lvl6pPr>
              <a:defRPr sz="1500" b="1">
                <a:solidFill>
                  <a:srgbClr val="168C92"/>
                </a:solidFill>
              </a:defRPr>
            </a:lvl6pPr>
            <a:lvl7pPr>
              <a:defRPr sz="1500" b="1">
                <a:solidFill>
                  <a:srgbClr val="168C92"/>
                </a:solidFill>
              </a:defRPr>
            </a:lvl7pPr>
            <a:lvl8pPr>
              <a:defRPr sz="1500" b="1">
                <a:solidFill>
                  <a:srgbClr val="168C92"/>
                </a:solidFill>
              </a:defRPr>
            </a:lvl8pPr>
            <a:lvl9pPr>
              <a:defRPr sz="1500" b="1">
                <a:solidFill>
                  <a:srgbClr val="168C92"/>
                </a:solidFill>
              </a:defRPr>
            </a:lvl9pPr>
          </a:lstStyle>
          <a:p xmlns:a="http://schemas.openxmlformats.org/drawingml/2006/main">
            <a:pPr>
              <a:defRPr sz="1500" b="1">
                <a:solidFill>
                  <a:srgbClr val="168C92"/>
                </a:solidFill>
              </a:defRPr>
            </a:pPr>
            <a:r>
              <a:rPr sz="1500" b="1">
                <a:solidFill>
                  <a:srgbClr val="168C92"/>
                </a:solidFill>
              </a:rPr>
              <a:t>R02</a:t>
            </a:r>
          </a:p>
        </p:txBody>
      </p:sp>
      <p:sp>
        <p:nvSpPr>
          <p:cNvPr id="36" name="">
            <a:extLst xmlns:a="http://schemas.openxmlformats.org/drawingml/2006/main">
              <a:ext uri="{FF2B5EF4-FFF2-40B4-BE49-F238E27FC236}">
                <a16:creationId xmlns:a16="http://schemas.microsoft.com/office/drawing/2014/main" id="{4C76E7BE-86B5-4AB9-A1C4-5A50E0B74C2E}"/>
              </a:ext>
            </a:extLst>
          </p:cNvPr>
          <p:cNvSpPr>
            <a:spLocks xmlns:a="http://schemas.openxmlformats.org/drawingml/2006/main" noGrp="1"/>
          </p:cNvSpPr>
          <p:nvPr/>
        </p:nvSpPr>
        <p:spPr>
          <a:xfrm xmlns:a="http://schemas.openxmlformats.org/drawingml/2006/main">
            <a:off x="904875" y="349567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4748B"/>
                </a:solidFill>
              </a:defRPr>
            </a:defPPr>
            <a:lvl1pPr>
              <a:defRPr sz="1050" b="0">
                <a:solidFill>
                  <a:srgbClr val="64748B"/>
                </a:solidFill>
              </a:defRPr>
            </a:lvl1pPr>
            <a:lvl2pPr>
              <a:defRPr sz="1050" b="0">
                <a:solidFill>
                  <a:srgbClr val="64748B"/>
                </a:solidFill>
              </a:defRPr>
            </a:lvl2pPr>
            <a:lvl3pPr>
              <a:defRPr sz="1050" b="0">
                <a:solidFill>
                  <a:srgbClr val="64748B"/>
                </a:solidFill>
              </a:defRPr>
            </a:lvl3pPr>
            <a:lvl4pPr>
              <a:defRPr sz="1050" b="0">
                <a:solidFill>
                  <a:srgbClr val="64748B"/>
                </a:solidFill>
              </a:defRPr>
            </a:lvl4pPr>
            <a:lvl5pPr>
              <a:defRPr sz="1050" b="0">
                <a:solidFill>
                  <a:srgbClr val="64748B"/>
                </a:solidFill>
              </a:defRPr>
            </a:lvl5pPr>
            <a:lvl6pPr>
              <a:defRPr sz="1050" b="0">
                <a:solidFill>
                  <a:srgbClr val="64748B"/>
                </a:solidFill>
              </a:defRPr>
            </a:lvl6pPr>
            <a:lvl7pPr>
              <a:defRPr sz="1050" b="0">
                <a:solidFill>
                  <a:srgbClr val="64748B"/>
                </a:solidFill>
              </a:defRPr>
            </a:lvl7pPr>
            <a:lvl8pPr>
              <a:defRPr sz="1050" b="0">
                <a:solidFill>
                  <a:srgbClr val="64748B"/>
                </a:solidFill>
              </a:defRPr>
            </a:lvl8pPr>
            <a:lvl9pPr>
              <a:defRPr sz="1050" b="0">
                <a:solidFill>
                  <a:srgbClr val="64748B"/>
                </a:solidFill>
              </a:defRPr>
            </a:lvl9pPr>
          </a:lstStyle>
          <a:p xmlns:a="http://schemas.openxmlformats.org/drawingml/2006/main">
            <a:pPr>
              <a:defRPr sz="1050" b="0">
                <a:solidFill>
                  <a:srgbClr val="64748B"/>
                </a:solidFill>
              </a:defRPr>
            </a:pPr>
            <a:r>
              <a:rPr sz="1050" b="0">
                <a:solidFill>
                  <a:srgbClr val="64748B"/>
                </a:solidFill>
              </a:rPr>
              <a:t>2026.08.27</a:t>
            </a:r>
          </a:p>
        </p:txBody>
      </p:sp>
      <p:sp>
        <p:nvSpPr>
          <p:cNvPr id="37" name="">
            <a:extLst xmlns:a="http://schemas.openxmlformats.org/drawingml/2006/main">
              <a:ext uri="{FF2B5EF4-FFF2-40B4-BE49-F238E27FC236}">
                <a16:creationId xmlns:a16="http://schemas.microsoft.com/office/drawing/2014/main" id="{00D2B878-F16E-49F9-A52E-45DF73C4CC7F}"/>
              </a:ext>
            </a:extLst>
          </p:cNvPr>
          <p:cNvSpPr>
            <a:spLocks xmlns:a="http://schemas.openxmlformats.org/drawingml/2006/main" noGrp="1"/>
          </p:cNvSpPr>
          <p:nvPr/>
        </p:nvSpPr>
        <p:spPr>
          <a:xfrm xmlns:a="http://schemas.openxmlformats.org/drawingml/2006/main">
            <a:off x="904875" y="37433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1">
                <a:solidFill>
                  <a:srgbClr val="168C92"/>
                </a:solidFill>
              </a:defRPr>
            </a:defPPr>
            <a:lvl1pPr>
              <a:defRPr sz="1425" b="1">
                <a:solidFill>
                  <a:srgbClr val="168C92"/>
                </a:solidFill>
              </a:defRPr>
            </a:lvl1pPr>
            <a:lvl2pPr>
              <a:defRPr sz="1425" b="1">
                <a:solidFill>
                  <a:srgbClr val="168C92"/>
                </a:solidFill>
              </a:defRPr>
            </a:lvl2pPr>
            <a:lvl3pPr>
              <a:defRPr sz="1425" b="1">
                <a:solidFill>
                  <a:srgbClr val="168C92"/>
                </a:solidFill>
              </a:defRPr>
            </a:lvl3pPr>
            <a:lvl4pPr>
              <a:defRPr sz="1425" b="1">
                <a:solidFill>
                  <a:srgbClr val="168C92"/>
                </a:solidFill>
              </a:defRPr>
            </a:lvl4pPr>
            <a:lvl5pPr>
              <a:defRPr sz="1425" b="1">
                <a:solidFill>
                  <a:srgbClr val="168C92"/>
                </a:solidFill>
              </a:defRPr>
            </a:lvl5pPr>
            <a:lvl6pPr>
              <a:defRPr sz="1425" b="1">
                <a:solidFill>
                  <a:srgbClr val="168C92"/>
                </a:solidFill>
              </a:defRPr>
            </a:lvl6pPr>
            <a:lvl7pPr>
              <a:defRPr sz="1425" b="1">
                <a:solidFill>
                  <a:srgbClr val="168C92"/>
                </a:solidFill>
              </a:defRPr>
            </a:lvl7pPr>
            <a:lvl8pPr>
              <a:defRPr sz="1425" b="1">
                <a:solidFill>
                  <a:srgbClr val="168C92"/>
                </a:solidFill>
              </a:defRPr>
            </a:lvl8pPr>
            <a:lvl9pPr>
              <a:defRPr sz="1425" b="1">
                <a:solidFill>
                  <a:srgbClr val="168C92"/>
                </a:solidFill>
              </a:defRPr>
            </a:lvl9pPr>
          </a:lstStyle>
          <a:p xmlns:a="http://schemas.openxmlformats.org/drawingml/2006/main">
            <a:pPr>
              <a:defRPr sz="1425" b="1">
                <a:solidFill>
                  <a:srgbClr val="168C92"/>
                </a:solidFill>
              </a:defRPr>
            </a:pPr>
            <a:r>
              <a:rPr sz="1425" b="1">
                <a:solidFill>
                  <a:srgbClr val="168C92"/>
                </a:solidFill>
              </a:rPr>
              <a:t>★★★★☆</a:t>
            </a:r>
          </a:p>
        </p:txBody>
      </p:sp>
      <p:sp>
        <p:nvSpPr>
          <p:cNvPr id="38" name="">
            <a:extLst xmlns:a="http://schemas.openxmlformats.org/drawingml/2006/main">
              <a:ext uri="{FF2B5EF4-FFF2-40B4-BE49-F238E27FC236}">
                <a16:creationId xmlns:a16="http://schemas.microsoft.com/office/drawing/2014/main" id="{794E060B-4854-465D-AE5F-007634D0F1D2}"/>
              </a:ext>
            </a:extLst>
          </p:cNvPr>
          <p:cNvSpPr>
            <a:spLocks xmlns:a="http://schemas.openxmlformats.org/drawingml/2006/main" noGrp="1"/>
          </p:cNvSpPr>
          <p:nvPr/>
        </p:nvSpPr>
        <p:spPr>
          <a:xfrm xmlns:a="http://schemas.openxmlformats.org/drawingml/2006/main">
            <a:off x="904875" y="4010025"/>
            <a:ext cx="1533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8B"/>
                </a:solidFill>
              </a:defRPr>
            </a:defPPr>
            <a:lvl1pPr>
              <a:defRPr sz="975" b="0">
                <a:solidFill>
                  <a:srgbClr val="64748B"/>
                </a:solidFill>
              </a:defRPr>
            </a:lvl1pPr>
            <a:lvl2pPr>
              <a:defRPr sz="975" b="0">
                <a:solidFill>
                  <a:srgbClr val="64748B"/>
                </a:solidFill>
              </a:defRPr>
            </a:lvl2pPr>
            <a:lvl3pPr>
              <a:defRPr sz="975" b="0">
                <a:solidFill>
                  <a:srgbClr val="64748B"/>
                </a:solidFill>
              </a:defRPr>
            </a:lvl3pPr>
            <a:lvl4pPr>
              <a:defRPr sz="975" b="0">
                <a:solidFill>
                  <a:srgbClr val="64748B"/>
                </a:solidFill>
              </a:defRPr>
            </a:lvl4pPr>
            <a:lvl5pPr>
              <a:defRPr sz="975" b="0">
                <a:solidFill>
                  <a:srgbClr val="64748B"/>
                </a:solidFill>
              </a:defRPr>
            </a:lvl5pPr>
            <a:lvl6pPr>
              <a:defRPr sz="975" b="0">
                <a:solidFill>
                  <a:srgbClr val="64748B"/>
                </a:solidFill>
              </a:defRPr>
            </a:lvl6pPr>
            <a:lvl7pPr>
              <a:defRPr sz="975" b="0">
                <a:solidFill>
                  <a:srgbClr val="64748B"/>
                </a:solidFill>
              </a:defRPr>
            </a:lvl7pPr>
            <a:lvl8pPr>
              <a:defRPr sz="975" b="0">
                <a:solidFill>
                  <a:srgbClr val="64748B"/>
                </a:solidFill>
              </a:defRPr>
            </a:lvl8pPr>
            <a:lvl9pPr>
              <a:defRPr sz="975" b="0">
                <a:solidFill>
                  <a:srgbClr val="64748B"/>
                </a:solidFill>
              </a:defRPr>
            </a:lvl9pPr>
          </a:lstStyle>
          <a:p xmlns:a="http://schemas.openxmlformats.org/drawingml/2006/main">
            <a:pPr>
              <a:defRPr sz="975" b="0">
                <a:solidFill>
                  <a:srgbClr val="64748B"/>
                </a:solidFill>
              </a:defRPr>
            </a:pPr>
            <a:r>
              <a:rPr sz="975" b="0">
                <a:solidFill>
                  <a:srgbClr val="64748B"/>
                </a:solidFill>
              </a:rPr>
              <a:t>모바일 색상 구분</a:t>
            </a:r>
          </a:p>
        </p:txBody>
      </p:sp>
      <p:pic>
        <p:nvPicPr>
          <p:cNvPr id="39" name="">
            <a:extLst xmlns:a="http://schemas.openxmlformats.org/drawingml/2006/main">
              <a:ext uri="{FF2B5EF4-FFF2-40B4-BE49-F238E27FC236}">
                <a16:creationId xmlns:a16="http://schemas.microsoft.com/office/drawing/2014/main" id="{FF0002E4-16F7-4A55-97B2-82AE06F1C2D1}"/>
              </a:ext>
            </a:extLst>
          </p:cNvPr>
          <p:cNvPicPr>
            <a:picLocks xmlns:a="http://schemas.openxmlformats.org/drawingml/2006/main" noChangeAspect="1"/>
          </p:cNvPicPr>
          <p:nvPr/>
        </p:nvPicPr>
        <p:blipFill>
          <a:blip xmlns:r="http://schemas.openxmlformats.org/officeDocument/2006/relationships" xmlns:a="http://schemas.openxmlformats.org/drawingml/2006/main" r:embed="R695ed44440094762"/>
          <a:srcRect xmlns:a="http://schemas.openxmlformats.org/drawingml/2006/main" l="4600" t="41700" r="4000" b="51200"/>
          <a:stretch xmlns:a="http://schemas.openxmlformats.org/drawingml/2006/main"/>
        </p:blipFill>
        <p:spPr>
          <a:xfrm xmlns:a="http://schemas.openxmlformats.org/drawingml/2006/main">
            <a:off x="2619375" y="3171825"/>
            <a:ext cx="8572500" cy="1000125"/>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B52CC300-9198-455B-A61B-BB9D4398F550}"/>
              </a:ext>
            </a:extLst>
          </p:cNvPr>
          <p:cNvSpPr>
            <a:spLocks xmlns:a="http://schemas.openxmlformats.org/drawingml/2006/main" noGrp="1"/>
          </p:cNvSpPr>
          <p:nvPr/>
        </p:nvSpPr>
        <p:spPr>
          <a:xfrm xmlns:a="http://schemas.openxmlformats.org/drawingml/2006/main">
            <a:off x="685800" y="4352925"/>
            <a:ext cx="108204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8E4E8"/>
            </a:solidFill>
            <a:prstDash val="solid"/>
          </a:ln>
        </p:spPr>
      </p:sp>
      <p:sp>
        <p:nvSpPr>
          <p:cNvPr id="41" name="">
            <a:extLst xmlns:a="http://schemas.openxmlformats.org/drawingml/2006/main">
              <a:ext uri="{FF2B5EF4-FFF2-40B4-BE49-F238E27FC236}">
                <a16:creationId xmlns:a16="http://schemas.microsoft.com/office/drawing/2014/main" id="{4F36F5C7-203B-4A02-B136-30A02A84992E}"/>
              </a:ext>
            </a:extLst>
          </p:cNvPr>
          <p:cNvSpPr>
            <a:spLocks xmlns:a="http://schemas.openxmlformats.org/drawingml/2006/main" noGrp="1"/>
          </p:cNvSpPr>
          <p:nvPr/>
        </p:nvSpPr>
        <p:spPr>
          <a:xfrm xmlns:a="http://schemas.openxmlformats.org/drawingml/2006/main">
            <a:off x="685800" y="4352925"/>
            <a:ext cx="76200" cy="1181100"/>
          </a:xfrm>
          <a:prstGeom xmlns:a="http://schemas.openxmlformats.org/drawingml/2006/main" prst="rect">
            <a:avLst/>
          </a:prstGeom>
          <a:solidFill xmlns:a="http://schemas.openxmlformats.org/drawingml/2006/main">
            <a:srgbClr val="168C9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82FB5E1-39F2-4A30-A35E-396792A07BCF}"/>
              </a:ext>
            </a:extLst>
          </p:cNvPr>
          <p:cNvSpPr>
            <a:spLocks xmlns:a="http://schemas.openxmlformats.org/drawingml/2006/main" noGrp="1"/>
          </p:cNvSpPr>
          <p:nvPr/>
        </p:nvSpPr>
        <p:spPr>
          <a:xfrm xmlns:a="http://schemas.openxmlformats.org/drawingml/2006/main">
            <a:off x="904875" y="4476750"/>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68C92"/>
                </a:solidFill>
              </a:defRPr>
            </a:defPPr>
            <a:lvl1pPr>
              <a:defRPr sz="1500" b="1">
                <a:solidFill>
                  <a:srgbClr val="168C92"/>
                </a:solidFill>
              </a:defRPr>
            </a:lvl1pPr>
            <a:lvl2pPr>
              <a:defRPr sz="1500" b="1">
                <a:solidFill>
                  <a:srgbClr val="168C92"/>
                </a:solidFill>
              </a:defRPr>
            </a:lvl2pPr>
            <a:lvl3pPr>
              <a:defRPr sz="1500" b="1">
                <a:solidFill>
                  <a:srgbClr val="168C92"/>
                </a:solidFill>
              </a:defRPr>
            </a:lvl3pPr>
            <a:lvl4pPr>
              <a:defRPr sz="1500" b="1">
                <a:solidFill>
                  <a:srgbClr val="168C92"/>
                </a:solidFill>
              </a:defRPr>
            </a:lvl4pPr>
            <a:lvl5pPr>
              <a:defRPr sz="1500" b="1">
                <a:solidFill>
                  <a:srgbClr val="168C92"/>
                </a:solidFill>
              </a:defRPr>
            </a:lvl5pPr>
            <a:lvl6pPr>
              <a:defRPr sz="1500" b="1">
                <a:solidFill>
                  <a:srgbClr val="168C92"/>
                </a:solidFill>
              </a:defRPr>
            </a:lvl6pPr>
            <a:lvl7pPr>
              <a:defRPr sz="1500" b="1">
                <a:solidFill>
                  <a:srgbClr val="168C92"/>
                </a:solidFill>
              </a:defRPr>
            </a:lvl7pPr>
            <a:lvl8pPr>
              <a:defRPr sz="1500" b="1">
                <a:solidFill>
                  <a:srgbClr val="168C92"/>
                </a:solidFill>
              </a:defRPr>
            </a:lvl8pPr>
            <a:lvl9pPr>
              <a:defRPr sz="1500" b="1">
                <a:solidFill>
                  <a:srgbClr val="168C92"/>
                </a:solidFill>
              </a:defRPr>
            </a:lvl9pPr>
          </a:lstStyle>
          <a:p xmlns:a="http://schemas.openxmlformats.org/drawingml/2006/main">
            <a:pPr>
              <a:defRPr sz="1500" b="1">
                <a:solidFill>
                  <a:srgbClr val="168C92"/>
                </a:solidFill>
              </a:defRPr>
            </a:pPr>
            <a:r>
              <a:rPr sz="1500" b="1">
                <a:solidFill>
                  <a:srgbClr val="168C92"/>
                </a:solidFill>
              </a:rPr>
              <a:t>R03</a:t>
            </a:r>
          </a:p>
        </p:txBody>
      </p:sp>
      <p:sp>
        <p:nvSpPr>
          <p:cNvPr id="43" name="">
            <a:extLst xmlns:a="http://schemas.openxmlformats.org/drawingml/2006/main">
              <a:ext uri="{FF2B5EF4-FFF2-40B4-BE49-F238E27FC236}">
                <a16:creationId xmlns:a16="http://schemas.microsoft.com/office/drawing/2014/main" id="{ED87262A-0D83-4B07-BA70-C5755C6B75C3}"/>
              </a:ext>
            </a:extLst>
          </p:cNvPr>
          <p:cNvSpPr>
            <a:spLocks xmlns:a="http://schemas.openxmlformats.org/drawingml/2006/main" noGrp="1"/>
          </p:cNvSpPr>
          <p:nvPr/>
        </p:nvSpPr>
        <p:spPr>
          <a:xfrm xmlns:a="http://schemas.openxmlformats.org/drawingml/2006/main">
            <a:off x="904875" y="477202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4748B"/>
                </a:solidFill>
              </a:defRPr>
            </a:defPPr>
            <a:lvl1pPr>
              <a:defRPr sz="1050" b="0">
                <a:solidFill>
                  <a:srgbClr val="64748B"/>
                </a:solidFill>
              </a:defRPr>
            </a:lvl1pPr>
            <a:lvl2pPr>
              <a:defRPr sz="1050" b="0">
                <a:solidFill>
                  <a:srgbClr val="64748B"/>
                </a:solidFill>
              </a:defRPr>
            </a:lvl2pPr>
            <a:lvl3pPr>
              <a:defRPr sz="1050" b="0">
                <a:solidFill>
                  <a:srgbClr val="64748B"/>
                </a:solidFill>
              </a:defRPr>
            </a:lvl3pPr>
            <a:lvl4pPr>
              <a:defRPr sz="1050" b="0">
                <a:solidFill>
                  <a:srgbClr val="64748B"/>
                </a:solidFill>
              </a:defRPr>
            </a:lvl4pPr>
            <a:lvl5pPr>
              <a:defRPr sz="1050" b="0">
                <a:solidFill>
                  <a:srgbClr val="64748B"/>
                </a:solidFill>
              </a:defRPr>
            </a:lvl5pPr>
            <a:lvl6pPr>
              <a:defRPr sz="1050" b="0">
                <a:solidFill>
                  <a:srgbClr val="64748B"/>
                </a:solidFill>
              </a:defRPr>
            </a:lvl6pPr>
            <a:lvl7pPr>
              <a:defRPr sz="1050" b="0">
                <a:solidFill>
                  <a:srgbClr val="64748B"/>
                </a:solidFill>
              </a:defRPr>
            </a:lvl7pPr>
            <a:lvl8pPr>
              <a:defRPr sz="1050" b="0">
                <a:solidFill>
                  <a:srgbClr val="64748B"/>
                </a:solidFill>
              </a:defRPr>
            </a:lvl8pPr>
            <a:lvl9pPr>
              <a:defRPr sz="1050" b="0">
                <a:solidFill>
                  <a:srgbClr val="64748B"/>
                </a:solidFill>
              </a:defRPr>
            </a:lvl9pPr>
          </a:lstStyle>
          <a:p xmlns:a="http://schemas.openxmlformats.org/drawingml/2006/main">
            <a:pPr>
              <a:defRPr sz="1050" b="0">
                <a:solidFill>
                  <a:srgbClr val="64748B"/>
                </a:solidFill>
              </a:defRPr>
            </a:pPr>
            <a:r>
              <a:rPr sz="1050" b="0">
                <a:solidFill>
                  <a:srgbClr val="64748B"/>
                </a:solidFill>
              </a:rPr>
              <a:t>2026.09.29</a:t>
            </a:r>
          </a:p>
        </p:txBody>
      </p:sp>
      <p:sp>
        <p:nvSpPr>
          <p:cNvPr id="44" name="">
            <a:extLst xmlns:a="http://schemas.openxmlformats.org/drawingml/2006/main">
              <a:ext uri="{FF2B5EF4-FFF2-40B4-BE49-F238E27FC236}">
                <a16:creationId xmlns:a16="http://schemas.microsoft.com/office/drawing/2014/main" id="{49A44A15-B0BB-4447-B58E-1F20AEA4EC00}"/>
              </a:ext>
            </a:extLst>
          </p:cNvPr>
          <p:cNvSpPr>
            <a:spLocks xmlns:a="http://schemas.openxmlformats.org/drawingml/2006/main" noGrp="1"/>
          </p:cNvSpPr>
          <p:nvPr/>
        </p:nvSpPr>
        <p:spPr>
          <a:xfrm xmlns:a="http://schemas.openxmlformats.org/drawingml/2006/main">
            <a:off x="904875" y="501967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1">
                <a:solidFill>
                  <a:srgbClr val="168C92"/>
                </a:solidFill>
              </a:defRPr>
            </a:defPPr>
            <a:lvl1pPr>
              <a:defRPr sz="1425" b="1">
                <a:solidFill>
                  <a:srgbClr val="168C92"/>
                </a:solidFill>
              </a:defRPr>
            </a:lvl1pPr>
            <a:lvl2pPr>
              <a:defRPr sz="1425" b="1">
                <a:solidFill>
                  <a:srgbClr val="168C92"/>
                </a:solidFill>
              </a:defRPr>
            </a:lvl2pPr>
            <a:lvl3pPr>
              <a:defRPr sz="1425" b="1">
                <a:solidFill>
                  <a:srgbClr val="168C92"/>
                </a:solidFill>
              </a:defRPr>
            </a:lvl3pPr>
            <a:lvl4pPr>
              <a:defRPr sz="1425" b="1">
                <a:solidFill>
                  <a:srgbClr val="168C92"/>
                </a:solidFill>
              </a:defRPr>
            </a:lvl4pPr>
            <a:lvl5pPr>
              <a:defRPr sz="1425" b="1">
                <a:solidFill>
                  <a:srgbClr val="168C92"/>
                </a:solidFill>
              </a:defRPr>
            </a:lvl5pPr>
            <a:lvl6pPr>
              <a:defRPr sz="1425" b="1">
                <a:solidFill>
                  <a:srgbClr val="168C92"/>
                </a:solidFill>
              </a:defRPr>
            </a:lvl6pPr>
            <a:lvl7pPr>
              <a:defRPr sz="1425" b="1">
                <a:solidFill>
                  <a:srgbClr val="168C92"/>
                </a:solidFill>
              </a:defRPr>
            </a:lvl7pPr>
            <a:lvl8pPr>
              <a:defRPr sz="1425" b="1">
                <a:solidFill>
                  <a:srgbClr val="168C92"/>
                </a:solidFill>
              </a:defRPr>
            </a:lvl8pPr>
            <a:lvl9pPr>
              <a:defRPr sz="1425" b="1">
                <a:solidFill>
                  <a:srgbClr val="168C92"/>
                </a:solidFill>
              </a:defRPr>
            </a:lvl9pPr>
          </a:lstStyle>
          <a:p xmlns:a="http://schemas.openxmlformats.org/drawingml/2006/main">
            <a:pPr>
              <a:defRPr sz="1425" b="1">
                <a:solidFill>
                  <a:srgbClr val="168C92"/>
                </a:solidFill>
              </a:defRPr>
            </a:pPr>
            <a:r>
              <a:rPr sz="1425" b="1">
                <a:solidFill>
                  <a:srgbClr val="168C92"/>
                </a:solidFill>
              </a:rPr>
              <a:t>★★★★★</a:t>
            </a:r>
          </a:p>
        </p:txBody>
      </p:sp>
      <p:sp>
        <p:nvSpPr>
          <p:cNvPr id="45" name="">
            <a:extLst xmlns:a="http://schemas.openxmlformats.org/drawingml/2006/main">
              <a:ext uri="{FF2B5EF4-FFF2-40B4-BE49-F238E27FC236}">
                <a16:creationId xmlns:a16="http://schemas.microsoft.com/office/drawing/2014/main" id="{5D68DBF5-3B8E-411B-9E50-48D89A06A40A}"/>
              </a:ext>
            </a:extLst>
          </p:cNvPr>
          <p:cNvSpPr>
            <a:spLocks xmlns:a="http://schemas.openxmlformats.org/drawingml/2006/main" noGrp="1"/>
          </p:cNvSpPr>
          <p:nvPr/>
        </p:nvSpPr>
        <p:spPr>
          <a:xfrm xmlns:a="http://schemas.openxmlformats.org/drawingml/2006/main">
            <a:off x="904875" y="5286375"/>
            <a:ext cx="15335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8B"/>
                </a:solidFill>
              </a:defRPr>
            </a:defPPr>
            <a:lvl1pPr>
              <a:defRPr sz="975" b="0">
                <a:solidFill>
                  <a:srgbClr val="64748B"/>
                </a:solidFill>
              </a:defRPr>
            </a:lvl1pPr>
            <a:lvl2pPr>
              <a:defRPr sz="975" b="0">
                <a:solidFill>
                  <a:srgbClr val="64748B"/>
                </a:solidFill>
              </a:defRPr>
            </a:lvl2pPr>
            <a:lvl3pPr>
              <a:defRPr sz="975" b="0">
                <a:solidFill>
                  <a:srgbClr val="64748B"/>
                </a:solidFill>
              </a:defRPr>
            </a:lvl3pPr>
            <a:lvl4pPr>
              <a:defRPr sz="975" b="0">
                <a:solidFill>
                  <a:srgbClr val="64748B"/>
                </a:solidFill>
              </a:defRPr>
            </a:lvl4pPr>
            <a:lvl5pPr>
              <a:defRPr sz="975" b="0">
                <a:solidFill>
                  <a:srgbClr val="64748B"/>
                </a:solidFill>
              </a:defRPr>
            </a:lvl5pPr>
            <a:lvl6pPr>
              <a:defRPr sz="975" b="0">
                <a:solidFill>
                  <a:srgbClr val="64748B"/>
                </a:solidFill>
              </a:defRPr>
            </a:lvl6pPr>
            <a:lvl7pPr>
              <a:defRPr sz="975" b="0">
                <a:solidFill>
                  <a:srgbClr val="64748B"/>
                </a:solidFill>
              </a:defRPr>
            </a:lvl7pPr>
            <a:lvl8pPr>
              <a:defRPr sz="975" b="0">
                <a:solidFill>
                  <a:srgbClr val="64748B"/>
                </a:solidFill>
              </a:defRPr>
            </a:lvl8pPr>
            <a:lvl9pPr>
              <a:defRPr sz="975" b="0">
                <a:solidFill>
                  <a:srgbClr val="64748B"/>
                </a:solidFill>
              </a:defRPr>
            </a:lvl9pPr>
          </a:lstStyle>
          <a:p xmlns:a="http://schemas.openxmlformats.org/drawingml/2006/main">
            <a:pPr>
              <a:defRPr sz="975" b="0">
                <a:solidFill>
                  <a:srgbClr val="64748B"/>
                </a:solidFill>
              </a:defRPr>
            </a:pPr>
            <a:r>
              <a:rPr sz="975" b="0">
                <a:solidFill>
                  <a:srgbClr val="64748B"/>
                </a:solidFill>
              </a:rPr>
              <a:t>리마인더 강점</a:t>
            </a:r>
          </a:p>
        </p:txBody>
      </p:sp>
      <p:pic>
        <p:nvPicPr>
          <p:cNvPr id="46" name="">
            <a:extLst xmlns:a="http://schemas.openxmlformats.org/drawingml/2006/main">
              <a:ext uri="{FF2B5EF4-FFF2-40B4-BE49-F238E27FC236}">
                <a16:creationId xmlns:a16="http://schemas.microsoft.com/office/drawing/2014/main" id="{A7AF2F34-B6D5-4A82-892A-F3E51958F8D9}"/>
              </a:ext>
            </a:extLst>
          </p:cNvPr>
          <p:cNvPicPr>
            <a:picLocks xmlns:a="http://schemas.openxmlformats.org/drawingml/2006/main" noChangeAspect="1"/>
          </p:cNvPicPr>
          <p:nvPr/>
        </p:nvPicPr>
        <p:blipFill>
          <a:blip xmlns:r="http://schemas.openxmlformats.org/officeDocument/2006/relationships" xmlns:a="http://schemas.openxmlformats.org/drawingml/2006/main" r:embed="R5a10a04abb064379"/>
          <a:srcRect xmlns:a="http://schemas.openxmlformats.org/drawingml/2006/main" l="5100" t="47800" r="4800" b="42500"/>
          <a:stretch xmlns:a="http://schemas.openxmlformats.org/drawingml/2006/main"/>
        </p:blipFill>
        <p:spPr>
          <a:xfrm xmlns:a="http://schemas.openxmlformats.org/drawingml/2006/main">
            <a:off x="2619375" y="4448175"/>
            <a:ext cx="8572500" cy="1000125"/>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E1A5956C-8D95-428D-9C80-1508A9053340}"/>
              </a:ext>
            </a:extLst>
          </p:cNvPr>
          <p:cNvSpPr>
            <a:spLocks xmlns:a="http://schemas.openxmlformats.org/drawingml/2006/main" noGrp="1"/>
          </p:cNvSpPr>
          <p:nvPr/>
        </p:nvSpPr>
        <p:spPr>
          <a:xfrm xmlns:a="http://schemas.openxmlformats.org/drawingml/2006/main">
            <a:off x="723900" y="5648325"/>
            <a:ext cx="1072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64748B"/>
                </a:solidFill>
              </a:defRPr>
            </a:defPPr>
            <a:lvl1pPr>
              <a:defRPr sz="1050" b="0">
                <a:solidFill>
                  <a:srgbClr val="64748B"/>
                </a:solidFill>
              </a:defRPr>
            </a:lvl1pPr>
            <a:lvl2pPr>
              <a:defRPr sz="1050" b="0">
                <a:solidFill>
                  <a:srgbClr val="64748B"/>
                </a:solidFill>
              </a:defRPr>
            </a:lvl2pPr>
            <a:lvl3pPr>
              <a:defRPr sz="1050" b="0">
                <a:solidFill>
                  <a:srgbClr val="64748B"/>
                </a:solidFill>
              </a:defRPr>
            </a:lvl3pPr>
            <a:lvl4pPr>
              <a:defRPr sz="1050" b="0">
                <a:solidFill>
                  <a:srgbClr val="64748B"/>
                </a:solidFill>
              </a:defRPr>
            </a:lvl4pPr>
            <a:lvl5pPr>
              <a:defRPr sz="1050" b="0">
                <a:solidFill>
                  <a:srgbClr val="64748B"/>
                </a:solidFill>
              </a:defRPr>
            </a:lvl5pPr>
            <a:lvl6pPr>
              <a:defRPr sz="1050" b="0">
                <a:solidFill>
                  <a:srgbClr val="64748B"/>
                </a:solidFill>
              </a:defRPr>
            </a:lvl6pPr>
            <a:lvl7pPr>
              <a:defRPr sz="1050" b="0">
                <a:solidFill>
                  <a:srgbClr val="64748B"/>
                </a:solidFill>
              </a:defRPr>
            </a:lvl7pPr>
            <a:lvl8pPr>
              <a:defRPr sz="1050" b="0">
                <a:solidFill>
                  <a:srgbClr val="64748B"/>
                </a:solidFill>
              </a:defRPr>
            </a:lvl8pPr>
            <a:lvl9pPr>
              <a:defRPr sz="1050" b="0">
                <a:solidFill>
                  <a:srgbClr val="64748B"/>
                </a:solidFill>
              </a:defRPr>
            </a:lvl9pPr>
          </a:lstStyle>
          <a:p xmlns:a="http://schemas.openxmlformats.org/drawingml/2006/main">
            <a:pPr>
              <a:defRPr sz="1050" b="0">
                <a:solidFill>
                  <a:srgbClr val="64748B"/>
                </a:solidFill>
              </a:defRPr>
            </a:pPr>
            <a:r>
              <a:rPr sz="1050" b="0">
                <a:solidFill>
                  <a:srgbClr val="64748B"/>
                </a:solidFill>
              </a:rPr>
              <a:t>캡처에는 리뷰 작성자 이름이 보이지 않도록 해당 영역만 잘랐으며, 날짜·별점·원문은 수정하지 않았습니다.</a:t>
            </a:r>
          </a:p>
        </p:txBody>
      </p:sp>
      <p:sp>
        <p:nvSpPr>
          <p:cNvPr id="48" name="">
            <a:extLst xmlns:a="http://schemas.openxmlformats.org/drawingml/2006/main">
              <a:ext uri="{FF2B5EF4-FFF2-40B4-BE49-F238E27FC236}">
                <a16:creationId xmlns:a16="http://schemas.microsoft.com/office/drawing/2014/main" id="{A42DCB92-D9F4-4BBC-B8B8-CD97C43C5ACF}"/>
              </a:ext>
            </a:extLst>
          </p:cNvPr>
          <p:cNvSpPr>
            <a:spLocks xmlns:a="http://schemas.openxmlformats.org/drawingml/2006/main" noGrp="1"/>
          </p:cNvSpPr>
          <p:nvPr/>
        </p:nvSpPr>
        <p:spPr>
          <a:xfrm xmlns:a="http://schemas.openxmlformats.org/drawingml/2006/main">
            <a:off x="723900" y="5924550"/>
            <a:ext cx="1072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1D2A48"/>
                </a:solidFill>
              </a:defRPr>
            </a:defPPr>
            <a:lvl1pPr>
              <a:defRPr sz="1350" b="1">
                <a:solidFill>
                  <a:srgbClr val="1D2A48"/>
                </a:solidFill>
              </a:defRPr>
            </a:lvl1pPr>
            <a:lvl2pPr>
              <a:defRPr sz="1350" b="1">
                <a:solidFill>
                  <a:srgbClr val="1D2A48"/>
                </a:solidFill>
              </a:defRPr>
            </a:lvl2pPr>
            <a:lvl3pPr>
              <a:defRPr sz="1350" b="1">
                <a:solidFill>
                  <a:srgbClr val="1D2A48"/>
                </a:solidFill>
              </a:defRPr>
            </a:lvl3pPr>
            <a:lvl4pPr>
              <a:defRPr sz="1350" b="1">
                <a:solidFill>
                  <a:srgbClr val="1D2A48"/>
                </a:solidFill>
              </a:defRPr>
            </a:lvl4pPr>
            <a:lvl5pPr>
              <a:defRPr sz="1350" b="1">
                <a:solidFill>
                  <a:srgbClr val="1D2A48"/>
                </a:solidFill>
              </a:defRPr>
            </a:lvl5pPr>
            <a:lvl6pPr>
              <a:defRPr sz="1350" b="1">
                <a:solidFill>
                  <a:srgbClr val="1D2A48"/>
                </a:solidFill>
              </a:defRPr>
            </a:lvl6pPr>
            <a:lvl7pPr>
              <a:defRPr sz="1350" b="1">
                <a:solidFill>
                  <a:srgbClr val="1D2A48"/>
                </a:solidFill>
              </a:defRPr>
            </a:lvl7pPr>
            <a:lvl8pPr>
              <a:defRPr sz="1350" b="1">
                <a:solidFill>
                  <a:srgbClr val="1D2A48"/>
                </a:solidFill>
              </a:defRPr>
            </a:lvl8pPr>
            <a:lvl9pPr>
              <a:defRPr sz="1350" b="1">
                <a:solidFill>
                  <a:srgbClr val="1D2A48"/>
                </a:solidFill>
              </a:defRPr>
            </a:lvl9pPr>
          </a:lstStyle>
          <a:p xmlns:a="http://schemas.openxmlformats.org/drawingml/2006/main">
            <a:pPr>
              <a:defRPr sz="1350" b="1">
                <a:solidFill>
                  <a:srgbClr val="1D2A48"/>
                </a:solidFill>
              </a:defRPr>
            </a:pPr>
            <a:r>
              <a:rPr sz="1350" b="1">
                <a:solidFill>
                  <a:srgbClr val="1D2A48"/>
                </a:solidFill>
              </a:rPr>
              <a:t>분석 결론: 색상으로 목록을 빠르게 구분하는 기능을 개선하되, 알림 경험은 유지한다.</a:t>
            </a:r>
          </a:p>
        </p:txBody>
      </p:sp>
      <p:sp>
        <p:nvSpPr>
          <p:cNvPr id="49" name="">
            <a:extLst xmlns:a="http://schemas.openxmlformats.org/drawingml/2006/main">
              <a:ext uri="{FF2B5EF4-FFF2-40B4-BE49-F238E27FC236}">
                <a16:creationId xmlns:a16="http://schemas.microsoft.com/office/drawing/2014/main" id="{D332A56C-CE8E-49E6-B3E9-69F609EFEF91}"/>
              </a:ext>
            </a:extLst>
          </p:cNvPr>
          <p:cNvSpPr>
            <a:spLocks xmlns:a="http://schemas.openxmlformats.org/drawingml/2006/main" noGrp="1"/>
          </p:cNvSpPr>
          <p:nvPr/>
        </p:nvSpPr>
        <p:spPr>
          <a:xfrm xmlns:a="http://schemas.openxmlformats.org/drawingml/2006/main">
            <a:off x="723900" y="6248400"/>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825" b="0">
                <a:solidFill>
                  <a:srgbClr val="64748B"/>
                </a:solidFill>
              </a:defRPr>
            </a:defPPr>
            <a:lvl1pPr>
              <a:defRPr sz="825" b="0">
                <a:solidFill>
                  <a:srgbClr val="64748B"/>
                </a:solidFill>
              </a:defRPr>
            </a:lvl1pPr>
            <a:lvl2pPr>
              <a:defRPr sz="825" b="0">
                <a:solidFill>
                  <a:srgbClr val="64748B"/>
                </a:solidFill>
              </a:defRPr>
            </a:lvl2pPr>
            <a:lvl3pPr>
              <a:defRPr sz="825" b="0">
                <a:solidFill>
                  <a:srgbClr val="64748B"/>
                </a:solidFill>
              </a:defRPr>
            </a:lvl3pPr>
            <a:lvl4pPr>
              <a:defRPr sz="825" b="0">
                <a:solidFill>
                  <a:srgbClr val="64748B"/>
                </a:solidFill>
              </a:defRPr>
            </a:lvl4pPr>
            <a:lvl5pPr>
              <a:defRPr sz="825" b="0">
                <a:solidFill>
                  <a:srgbClr val="64748B"/>
                </a:solidFill>
              </a:defRPr>
            </a:lvl5pPr>
            <a:lvl6pPr>
              <a:defRPr sz="825" b="0">
                <a:solidFill>
                  <a:srgbClr val="64748B"/>
                </a:solidFill>
              </a:defRPr>
            </a:lvl6pPr>
            <a:lvl7pPr>
              <a:defRPr sz="825" b="0">
                <a:solidFill>
                  <a:srgbClr val="64748B"/>
                </a:solidFill>
              </a:defRPr>
            </a:lvl7pPr>
            <a:lvl8pPr>
              <a:defRPr sz="825" b="0">
                <a:solidFill>
                  <a:srgbClr val="64748B"/>
                </a:solidFill>
              </a:defRPr>
            </a:lvl8pPr>
            <a:lvl9pPr>
              <a:defRPr sz="825" b="0">
                <a:solidFill>
                  <a:srgbClr val="64748B"/>
                </a:solidFill>
              </a:defRPr>
            </a:lvl9pPr>
          </a:lstStyle>
          <a:p xmlns:a="http://schemas.openxmlformats.org/drawingml/2006/main">
            <a:pPr>
              <a:defRPr sz="825" b="0">
                <a:solidFill>
                  <a:srgbClr val="64748B"/>
                </a:solidFill>
              </a:defRPr>
            </a:pPr>
            <a:r>
              <a:rPr sz="825" b="0">
                <a:solidFill>
                  <a:srgbClr val="64748B"/>
                </a:solidFill>
              </a:rPr>
              <a:t>출처: https://play.google.com/store/apps/details?hl=ko&amp;id=com.google.android.apps.tasks</a:t>
            </a:r>
          </a:p>
        </p:txBody>
      </p:sp>
    </p:spTree>
    <p:extLst>
      <p:ext uri="{BB962C8B-B14F-4D97-AF65-F5344CB8AC3E}">
        <p14:creationId xmlns:p14="http://schemas.microsoft.com/office/powerpoint/2010/main" val="761866975"/>
      </p:ext>
    </p:extLst>
  </p:cSld>
</p:sld>
</file>

<file path=ppt/slides/slide9.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3982E43-FFD3-424E-BD7E-4CFC11D28E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B81AB3-692E-490F-B82E-5E43C37FDDB3}"/>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B2  여정의 4가지 확장</a:t>
            </a:r>
          </a:p>
        </p:txBody>
      </p:sp>
      <p:sp>
        <p:nvSpPr>
          <p:cNvPr id="3" name="">
            <a:extLst xmlns:a="http://schemas.openxmlformats.org/drawingml/2006/main">
              <a:ext uri="{FF2B5EF4-FFF2-40B4-BE49-F238E27FC236}">
                <a16:creationId xmlns:a16="http://schemas.microsoft.com/office/drawing/2014/main" id="{6AD86E28-1163-4307-866D-ED0A554524FD}"/>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여정 기반 가설과 후속 검증 계획</a:t>
            </a:r>
          </a:p>
        </p:txBody>
      </p:sp>
      <p:sp>
        <p:nvSpPr>
          <p:cNvPr id="4" name="">
            <a:extLst xmlns:a="http://schemas.openxmlformats.org/drawingml/2006/main">
              <a:ext uri="{FF2B5EF4-FFF2-40B4-BE49-F238E27FC236}">
                <a16:creationId xmlns:a16="http://schemas.microsoft.com/office/drawing/2014/main" id="{03F734BD-A088-4B6F-B20D-9003BAA53F15}"/>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8DD03B-9088-46EF-900C-46DE6E87A3EE}"/>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4479F0E9-7581-4475-9AB5-6E882EBBE84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B2</a:t>
            </a:r>
          </a:p>
        </p:txBody>
      </p:sp>
      <p:sp>
        <p:nvSpPr>
          <p:cNvPr id="7" name="">
            <a:extLst xmlns:a="http://schemas.openxmlformats.org/drawingml/2006/main">
              <a:ext uri="{FF2B5EF4-FFF2-40B4-BE49-F238E27FC236}">
                <a16:creationId xmlns:a16="http://schemas.microsoft.com/office/drawing/2014/main" id="{F0A78C58-7BD6-4F09-857A-CDB421C8200E}"/>
              </a:ext>
            </a:extLst>
          </p:cNvPr>
          <p:cNvSpPr>
            <a:spLocks xmlns:a="http://schemas.openxmlformats.org/drawingml/2006/main" noGrp="1"/>
          </p:cNvSpPr>
          <p:nvPr/>
        </p:nvSpPr>
        <p:spPr>
          <a:xfrm xmlns:a="http://schemas.openxmlformats.org/drawingml/2006/main">
            <a:off x="714375" y="2028825"/>
            <a:ext cx="47625" cy="14859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00F44E-9809-414A-A8DE-8F1E858BD56B}"/>
              </a:ext>
            </a:extLst>
          </p:cNvPr>
          <p:cNvSpPr>
            <a:spLocks xmlns:a="http://schemas.openxmlformats.org/drawingml/2006/main" noGrp="1"/>
          </p:cNvSpPr>
          <p:nvPr/>
        </p:nvSpPr>
        <p:spPr>
          <a:xfrm xmlns:a="http://schemas.openxmlformats.org/drawingml/2006/main">
            <a:off x="904875" y="2028825"/>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사용 기기</a:t>
            </a:r>
          </a:p>
        </p:txBody>
      </p:sp>
      <p:sp>
        <p:nvSpPr>
          <p:cNvPr id="9" name="">
            <a:extLst xmlns:a="http://schemas.openxmlformats.org/drawingml/2006/main">
              <a:ext uri="{FF2B5EF4-FFF2-40B4-BE49-F238E27FC236}">
                <a16:creationId xmlns:a16="http://schemas.microsoft.com/office/drawing/2014/main" id="{EB838428-F3C3-4397-B0A4-98574B7FE6CD}"/>
              </a:ext>
            </a:extLst>
          </p:cNvPr>
          <p:cNvSpPr>
            <a:spLocks xmlns:a="http://schemas.openxmlformats.org/drawingml/2006/main" noGrp="1"/>
          </p:cNvSpPr>
          <p:nvPr/>
        </p:nvSpPr>
        <p:spPr>
          <a:xfrm xmlns:a="http://schemas.openxmlformats.org/drawingml/2006/main">
            <a:off x="904875" y="2447925"/>
            <a:ext cx="4619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세로형 스마트폰 / 이동 중 짧은 확인 / 한 손 조작</a:t>
            </a:r>
          </a:p>
        </p:txBody>
      </p:sp>
      <p:sp>
        <p:nvSpPr>
          <p:cNvPr id="10" name="">
            <a:extLst xmlns:a="http://schemas.openxmlformats.org/drawingml/2006/main">
              <a:ext uri="{FF2B5EF4-FFF2-40B4-BE49-F238E27FC236}">
                <a16:creationId xmlns:a16="http://schemas.microsoft.com/office/drawing/2014/main" id="{6185AC7C-FDBF-49CF-A699-71C1C1C8B449}"/>
              </a:ext>
            </a:extLst>
          </p:cNvPr>
          <p:cNvSpPr>
            <a:spLocks xmlns:a="http://schemas.openxmlformats.org/drawingml/2006/main" noGrp="1"/>
          </p:cNvSpPr>
          <p:nvPr/>
        </p:nvSpPr>
        <p:spPr>
          <a:xfrm xmlns:a="http://schemas.openxmlformats.org/drawingml/2006/main">
            <a:off x="6267450" y="2028825"/>
            <a:ext cx="47625" cy="14859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7F16F7-AE1B-4F90-A05C-D19B1D02DF6D}"/>
              </a:ext>
            </a:extLst>
          </p:cNvPr>
          <p:cNvSpPr>
            <a:spLocks xmlns:a="http://schemas.openxmlformats.org/drawingml/2006/main" noGrp="1"/>
          </p:cNvSpPr>
          <p:nvPr/>
        </p:nvSpPr>
        <p:spPr>
          <a:xfrm xmlns:a="http://schemas.openxmlformats.org/drawingml/2006/main">
            <a:off x="6457950" y="2028825"/>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AI 활용 기회</a:t>
            </a:r>
          </a:p>
        </p:txBody>
      </p:sp>
      <p:sp>
        <p:nvSpPr>
          <p:cNvPr id="12" name="">
            <a:extLst xmlns:a="http://schemas.openxmlformats.org/drawingml/2006/main">
              <a:ext uri="{FF2B5EF4-FFF2-40B4-BE49-F238E27FC236}">
                <a16:creationId xmlns:a16="http://schemas.microsoft.com/office/drawing/2014/main" id="{A4E3D6E7-5791-4171-B2B2-C268ABE0817D}"/>
              </a:ext>
            </a:extLst>
          </p:cNvPr>
          <p:cNvSpPr>
            <a:spLocks xmlns:a="http://schemas.openxmlformats.org/drawingml/2006/main" noGrp="1"/>
          </p:cNvSpPr>
          <p:nvPr/>
        </p:nvSpPr>
        <p:spPr>
          <a:xfrm xmlns:a="http://schemas.openxmlformats.org/drawingml/2006/main">
            <a:off x="6457950" y="2447925"/>
            <a:ext cx="4657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자연어 자동 분류는 후보였지만 이번 범위에서는 제외</a:t>
            </a:r>
          </a:p>
        </p:txBody>
      </p:sp>
      <p:sp>
        <p:nvSpPr>
          <p:cNvPr id="13" name="">
            <a:extLst xmlns:a="http://schemas.openxmlformats.org/drawingml/2006/main">
              <a:ext uri="{FF2B5EF4-FFF2-40B4-BE49-F238E27FC236}">
                <a16:creationId xmlns:a16="http://schemas.microsoft.com/office/drawing/2014/main" id="{F7E85334-51AD-4E71-98A2-F6EDCB878AFA}"/>
              </a:ext>
            </a:extLst>
          </p:cNvPr>
          <p:cNvSpPr>
            <a:spLocks xmlns:a="http://schemas.openxmlformats.org/drawingml/2006/main" noGrp="1"/>
          </p:cNvSpPr>
          <p:nvPr/>
        </p:nvSpPr>
        <p:spPr>
          <a:xfrm xmlns:a="http://schemas.openxmlformats.org/drawingml/2006/main">
            <a:off x="714375" y="3905250"/>
            <a:ext cx="47625" cy="14859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49E4EC-4FAD-4E97-94DD-5B2E09BBB9FB}"/>
              </a:ext>
            </a:extLst>
          </p:cNvPr>
          <p:cNvSpPr>
            <a:spLocks xmlns:a="http://schemas.openxmlformats.org/drawingml/2006/main" noGrp="1"/>
          </p:cNvSpPr>
          <p:nvPr/>
        </p:nvSpPr>
        <p:spPr>
          <a:xfrm xmlns:a="http://schemas.openxmlformats.org/drawingml/2006/main">
            <a:off x="904875" y="390525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설계 원칙</a:t>
            </a:r>
          </a:p>
        </p:txBody>
      </p:sp>
      <p:sp>
        <p:nvSpPr>
          <p:cNvPr id="15" name="">
            <a:extLst xmlns:a="http://schemas.openxmlformats.org/drawingml/2006/main">
              <a:ext uri="{FF2B5EF4-FFF2-40B4-BE49-F238E27FC236}">
                <a16:creationId xmlns:a16="http://schemas.microsoft.com/office/drawing/2014/main" id="{60B1AA31-6383-4922-AF60-6EF3211AF281}"/>
              </a:ext>
            </a:extLst>
          </p:cNvPr>
          <p:cNvSpPr>
            <a:spLocks xmlns:a="http://schemas.openxmlformats.org/drawingml/2006/main" noGrp="1"/>
          </p:cNvSpPr>
          <p:nvPr/>
        </p:nvSpPr>
        <p:spPr>
          <a:xfrm xmlns:a="http://schemas.openxmlformats.org/drawingml/2006/main">
            <a:off x="904875" y="4324350"/>
            <a:ext cx="4619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색+텍스트 이중 표기 / 가역성 / 일관된 목록 구조</a:t>
            </a:r>
          </a:p>
        </p:txBody>
      </p:sp>
      <p:sp>
        <p:nvSpPr>
          <p:cNvPr id="16" name="">
            <a:extLst xmlns:a="http://schemas.openxmlformats.org/drawingml/2006/main">
              <a:ext uri="{FF2B5EF4-FFF2-40B4-BE49-F238E27FC236}">
                <a16:creationId xmlns:a16="http://schemas.microsoft.com/office/drawing/2014/main" id="{AABB3DBC-6F99-41E0-AF26-995FE4F2FA15}"/>
              </a:ext>
            </a:extLst>
          </p:cNvPr>
          <p:cNvSpPr>
            <a:spLocks xmlns:a="http://schemas.openxmlformats.org/drawingml/2006/main" noGrp="1"/>
          </p:cNvSpPr>
          <p:nvPr/>
        </p:nvSpPr>
        <p:spPr>
          <a:xfrm xmlns:a="http://schemas.openxmlformats.org/drawingml/2006/main">
            <a:off x="6267450" y="3905250"/>
            <a:ext cx="47625" cy="14859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EF9D9A-5052-4AE0-AF44-5E84AC37B89A}"/>
              </a:ext>
            </a:extLst>
          </p:cNvPr>
          <p:cNvSpPr>
            <a:spLocks xmlns:a="http://schemas.openxmlformats.org/drawingml/2006/main" noGrp="1"/>
          </p:cNvSpPr>
          <p:nvPr/>
        </p:nvSpPr>
        <p:spPr>
          <a:xfrm xmlns:a="http://schemas.openxmlformats.org/drawingml/2006/main">
            <a:off x="6457950" y="3905250"/>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buNone/>
              <a:defRPr sz="1800" b="1">
                <a:solidFill>
                  <a:srgbClr val="1D2944"/>
                </a:solidFill>
                <a:latin typeface="NanumGothic"/>
                <a:ea typeface="NanumGothic"/>
                <a:cs typeface="NanumGothic"/>
              </a:defRPr>
            </a:lvl1pPr>
            <a:lvl2pPr algn="l">
              <a:buNone/>
              <a:defRPr sz="1800" b="1">
                <a:solidFill>
                  <a:srgbClr val="1D2944"/>
                </a:solidFill>
                <a:latin typeface="NanumGothic"/>
                <a:ea typeface="NanumGothic"/>
                <a:cs typeface="NanumGothic"/>
              </a:defRPr>
            </a:lvl2pPr>
            <a:lvl3pPr algn="l">
              <a:buNone/>
              <a:defRPr sz="1800" b="1">
                <a:solidFill>
                  <a:srgbClr val="1D2944"/>
                </a:solidFill>
                <a:latin typeface="NanumGothic"/>
                <a:ea typeface="NanumGothic"/>
                <a:cs typeface="NanumGothic"/>
              </a:defRPr>
            </a:lvl3pPr>
            <a:lvl4pPr algn="l">
              <a:buNone/>
              <a:defRPr sz="1800" b="1">
                <a:solidFill>
                  <a:srgbClr val="1D2944"/>
                </a:solidFill>
                <a:latin typeface="NanumGothic"/>
                <a:ea typeface="NanumGothic"/>
                <a:cs typeface="NanumGothic"/>
              </a:defRPr>
            </a:lvl4pPr>
            <a:lvl5pPr algn="l">
              <a:buNone/>
              <a:defRPr sz="1800" b="1">
                <a:solidFill>
                  <a:srgbClr val="1D2944"/>
                </a:solidFill>
                <a:latin typeface="NanumGothic"/>
                <a:ea typeface="NanumGothic"/>
                <a:cs typeface="NanumGothic"/>
              </a:defRPr>
            </a:lvl5pPr>
            <a:lvl6pPr algn="l">
              <a:buNone/>
              <a:defRPr sz="1800" b="1">
                <a:solidFill>
                  <a:srgbClr val="1D2944"/>
                </a:solidFill>
                <a:latin typeface="NanumGothic"/>
                <a:ea typeface="NanumGothic"/>
                <a:cs typeface="NanumGothic"/>
              </a:defRPr>
            </a:lvl6pPr>
            <a:lvl7pPr algn="l">
              <a:buNone/>
              <a:defRPr sz="1800" b="1">
                <a:solidFill>
                  <a:srgbClr val="1D2944"/>
                </a:solidFill>
                <a:latin typeface="NanumGothic"/>
                <a:ea typeface="NanumGothic"/>
                <a:cs typeface="NanumGothic"/>
              </a:defRPr>
            </a:lvl7pPr>
            <a:lvl8pPr algn="l">
              <a:buNone/>
              <a:defRPr sz="1800" b="1">
                <a:solidFill>
                  <a:srgbClr val="1D2944"/>
                </a:solidFill>
                <a:latin typeface="NanumGothic"/>
                <a:ea typeface="NanumGothic"/>
                <a:cs typeface="NanumGothic"/>
              </a:defRPr>
            </a:lvl8pPr>
            <a:lvl9pPr algn="l">
              <a:buNone/>
              <a:defRPr sz="1800" b="1">
                <a:solidFill>
                  <a:srgbClr val="1D2944"/>
                </a:solidFill>
                <a:latin typeface="NanumGothic"/>
                <a:ea typeface="NanumGothic"/>
                <a:cs typeface="NanumGothic"/>
              </a:defRPr>
            </a:lvl9pPr>
          </a:lstStyle>
          <a:p xmlns:a="http://schemas.openxmlformats.org/drawingml/2006/main">
            <a:pPr algn="l">
              <a:buNone/>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필요 데이터</a:t>
            </a:r>
          </a:p>
        </p:txBody>
      </p:sp>
      <p:sp>
        <p:nvSpPr>
          <p:cNvPr id="18" name="">
            <a:extLst xmlns:a="http://schemas.openxmlformats.org/drawingml/2006/main">
              <a:ext uri="{FF2B5EF4-FFF2-40B4-BE49-F238E27FC236}">
                <a16:creationId xmlns:a16="http://schemas.microsoft.com/office/drawing/2014/main" id="{A1195BC9-5D3C-4FE4-B941-2BB61B1D8A0A}"/>
              </a:ext>
            </a:extLst>
          </p:cNvPr>
          <p:cNvSpPr>
            <a:spLocks xmlns:a="http://schemas.openxmlformats.org/drawingml/2006/main" noGrp="1"/>
          </p:cNvSpPr>
          <p:nvPr/>
        </p:nvSpPr>
        <p:spPr>
          <a:xfrm xmlns:a="http://schemas.openxmlformats.org/drawingml/2006/main">
            <a:off x="6457950" y="4324350"/>
            <a:ext cx="4657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ID·제목·카테고리·우선순위·마감일·완료·메모</a:t>
            </a:r>
          </a:p>
        </p:txBody>
      </p:sp>
      <p:sp>
        <p:nvSpPr>
          <p:cNvPr id="19" name="">
            <a:extLst xmlns:a="http://schemas.openxmlformats.org/drawingml/2006/main">
              <a:ext uri="{FF2B5EF4-FFF2-40B4-BE49-F238E27FC236}">
                <a16:creationId xmlns:a16="http://schemas.microsoft.com/office/drawing/2014/main" id="{203FF8BB-82E1-47E4-9E86-9CB316E51658}"/>
              </a:ext>
            </a:extLst>
          </p:cNvPr>
          <p:cNvSpPr>
            <a:spLocks xmlns:a="http://schemas.openxmlformats.org/drawingml/2006/main" noGrp="1"/>
          </p:cNvSpPr>
          <p:nvPr/>
        </p:nvSpPr>
        <p:spPr>
          <a:xfrm xmlns:a="http://schemas.openxmlformats.org/drawingml/2006/main">
            <a:off x="733425" y="57626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D85D58"/>
                </a:solidFill>
                <a:latin typeface="NanumGothic"/>
                <a:ea typeface="NanumGothic"/>
                <a:cs typeface="NanumGothic"/>
              </a:defRPr>
            </a:defPPr>
            <a:lvl1pPr algn="l">
              <a:buNone/>
              <a:defRPr sz="1425" b="0">
                <a:solidFill>
                  <a:srgbClr val="D85D58"/>
                </a:solidFill>
                <a:latin typeface="NanumGothic"/>
                <a:ea typeface="NanumGothic"/>
                <a:cs typeface="NanumGothic"/>
              </a:defRPr>
            </a:lvl1pPr>
            <a:lvl2pPr algn="l">
              <a:buNone/>
              <a:defRPr sz="1425" b="0">
                <a:solidFill>
                  <a:srgbClr val="D85D58"/>
                </a:solidFill>
                <a:latin typeface="NanumGothic"/>
                <a:ea typeface="NanumGothic"/>
                <a:cs typeface="NanumGothic"/>
              </a:defRPr>
            </a:lvl2pPr>
            <a:lvl3pPr algn="l">
              <a:buNone/>
              <a:defRPr sz="1425" b="0">
                <a:solidFill>
                  <a:srgbClr val="D85D58"/>
                </a:solidFill>
                <a:latin typeface="NanumGothic"/>
                <a:ea typeface="NanumGothic"/>
                <a:cs typeface="NanumGothic"/>
              </a:defRPr>
            </a:lvl3pPr>
            <a:lvl4pPr algn="l">
              <a:buNone/>
              <a:defRPr sz="1425" b="0">
                <a:solidFill>
                  <a:srgbClr val="D85D58"/>
                </a:solidFill>
                <a:latin typeface="NanumGothic"/>
                <a:ea typeface="NanumGothic"/>
                <a:cs typeface="NanumGothic"/>
              </a:defRPr>
            </a:lvl4pPr>
            <a:lvl5pPr algn="l">
              <a:buNone/>
              <a:defRPr sz="1425" b="0">
                <a:solidFill>
                  <a:srgbClr val="D85D58"/>
                </a:solidFill>
                <a:latin typeface="NanumGothic"/>
                <a:ea typeface="NanumGothic"/>
                <a:cs typeface="NanumGothic"/>
              </a:defRPr>
            </a:lvl5pPr>
            <a:lvl6pPr algn="l">
              <a:buNone/>
              <a:defRPr sz="1425" b="0">
                <a:solidFill>
                  <a:srgbClr val="D85D58"/>
                </a:solidFill>
                <a:latin typeface="NanumGothic"/>
                <a:ea typeface="NanumGothic"/>
                <a:cs typeface="NanumGothic"/>
              </a:defRPr>
            </a:lvl6pPr>
            <a:lvl7pPr algn="l">
              <a:buNone/>
              <a:defRPr sz="1425" b="0">
                <a:solidFill>
                  <a:srgbClr val="D85D58"/>
                </a:solidFill>
                <a:latin typeface="NanumGothic"/>
                <a:ea typeface="NanumGothic"/>
                <a:cs typeface="NanumGothic"/>
              </a:defRPr>
            </a:lvl7pPr>
            <a:lvl8pPr algn="l">
              <a:buNone/>
              <a:defRPr sz="1425" b="0">
                <a:solidFill>
                  <a:srgbClr val="D85D58"/>
                </a:solidFill>
                <a:latin typeface="NanumGothic"/>
                <a:ea typeface="NanumGothic"/>
                <a:cs typeface="NanumGothic"/>
              </a:defRPr>
            </a:lvl8pPr>
            <a:lvl9pPr algn="l">
              <a:buNone/>
              <a:defRPr sz="1425" b="0">
                <a:solidFill>
                  <a:srgbClr val="D85D58"/>
                </a:solidFill>
                <a:latin typeface="NanumGothic"/>
                <a:ea typeface="NanumGothic"/>
                <a:cs typeface="NanumGothic"/>
              </a:defRPr>
            </a:lvl9pPr>
          </a:lstStyle>
          <a:p xmlns:a="http://schemas.openxmlformats.org/drawingml/2006/main">
            <a:pPr algn="l">
              <a:buNone/>
              <a:defRPr sz="1425" b="0">
                <a:solidFill>
                  <a:srgbClr val="D85D58"/>
                </a:solidFill>
                <a:latin typeface="NanumGothic"/>
                <a:ea typeface="NanumGothic"/>
                <a:cs typeface="NanumGothic"/>
              </a:defRPr>
            </a:pPr>
            <a:r>
              <a:rPr sz="1425" b="0">
                <a:solidFill>
                  <a:srgbClr val="D85D58"/>
                </a:solidFill>
                <a:latin typeface="NanumGothic"/>
                <a:ea typeface="NanumGothic"/>
                <a:cs typeface="NanumGothic"/>
              </a:rPr>
              <a:t>후속 검증: 대학생 3~5명 대상 작업 찾기 시간·오류 측정 예정 (실시하지 않음)</a:t>
            </a:r>
          </a:p>
        </p:txBody>
      </p:sp>
    </p:spTree>
    <p:extLst>
      <p:ext uri="{BB962C8B-B14F-4D97-AF65-F5344CB8AC3E}">
        <p14:creationId xmlns:p14="http://schemas.microsoft.com/office/powerpoint/2010/main" val="807755032"/>
      </p:ext>
    </p:extLst>
  </p:cSld>
</p:sld>
</file>

<file path=ppt/slides/slide10.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D01350-7766-4B54-8B86-931F396B572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FFA049-24AD-454B-940C-8D7C36359CC1}"/>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B3  피쉬본 원인과 우선순위</a:t>
            </a:r>
          </a:p>
        </p:txBody>
      </p:sp>
      <p:sp>
        <p:nvSpPr>
          <p:cNvPr id="3" name="">
            <a:extLst xmlns:a="http://schemas.openxmlformats.org/drawingml/2006/main">
              <a:ext uri="{FF2B5EF4-FFF2-40B4-BE49-F238E27FC236}">
                <a16:creationId xmlns:a16="http://schemas.microsoft.com/office/drawing/2014/main" id="{015896D4-2675-4C57-8126-0154A22F6A5D}"/>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리뷰는 증상, 원인 항목은 설계 가설</a:t>
            </a:r>
          </a:p>
        </p:txBody>
      </p:sp>
      <p:sp>
        <p:nvSpPr>
          <p:cNvPr id="4" name="">
            <a:extLst xmlns:a="http://schemas.openxmlformats.org/drawingml/2006/main">
              <a:ext uri="{FF2B5EF4-FFF2-40B4-BE49-F238E27FC236}">
                <a16:creationId xmlns:a16="http://schemas.microsoft.com/office/drawing/2014/main" id="{C82766BE-42A8-4A5A-A2ED-C70A18DEC63C}"/>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3236A3-5B0F-409E-A853-FB03059AAAE0}"/>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A5A19C17-CE4D-415B-9C84-CF57E9F238C9}"/>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B3</a:t>
            </a:r>
          </a:p>
        </p:txBody>
      </p:sp>
      <p:sp>
        <p:nvSpPr>
          <p:cNvPr id="7" name="">
            <a:extLst xmlns:a="http://schemas.openxmlformats.org/drawingml/2006/main">
              <a:ext uri="{FF2B5EF4-FFF2-40B4-BE49-F238E27FC236}">
                <a16:creationId xmlns:a16="http://schemas.microsoft.com/office/drawing/2014/main" id="{BA8319C0-4FC4-4ABA-8D79-4DA846A036B8}"/>
              </a:ext>
            </a:extLst>
          </p:cNvPr>
          <p:cNvSpPr>
            <a:spLocks xmlns:a="http://schemas.openxmlformats.org/drawingml/2006/main" noGrp="1"/>
          </p:cNvSpPr>
          <p:nvPr/>
        </p:nvSpPr>
        <p:spPr>
          <a:xfrm xmlns:a="http://schemas.openxmlformats.org/drawingml/2006/main">
            <a:off x="819150" y="20478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buNone/>
              <a:defRPr sz="1650" b="1">
                <a:solidFill>
                  <a:srgbClr val="087F83"/>
                </a:solidFill>
                <a:latin typeface="NanumGothic"/>
                <a:ea typeface="NanumGothic"/>
                <a:cs typeface="NanumGothic"/>
              </a:defRPr>
            </a:lvl1pPr>
            <a:lvl2pPr algn="l">
              <a:buNone/>
              <a:defRPr sz="1650" b="1">
                <a:solidFill>
                  <a:srgbClr val="087F83"/>
                </a:solidFill>
                <a:latin typeface="NanumGothic"/>
                <a:ea typeface="NanumGothic"/>
                <a:cs typeface="NanumGothic"/>
              </a:defRPr>
            </a:lvl2pPr>
            <a:lvl3pPr algn="l">
              <a:buNone/>
              <a:defRPr sz="1650" b="1">
                <a:solidFill>
                  <a:srgbClr val="087F83"/>
                </a:solidFill>
                <a:latin typeface="NanumGothic"/>
                <a:ea typeface="NanumGothic"/>
                <a:cs typeface="NanumGothic"/>
              </a:defRPr>
            </a:lvl3pPr>
            <a:lvl4pPr algn="l">
              <a:buNone/>
              <a:defRPr sz="1650" b="1">
                <a:solidFill>
                  <a:srgbClr val="087F83"/>
                </a:solidFill>
                <a:latin typeface="NanumGothic"/>
                <a:ea typeface="NanumGothic"/>
                <a:cs typeface="NanumGothic"/>
              </a:defRPr>
            </a:lvl4pPr>
            <a:lvl5pPr algn="l">
              <a:buNone/>
              <a:defRPr sz="1650" b="1">
                <a:solidFill>
                  <a:srgbClr val="087F83"/>
                </a:solidFill>
                <a:latin typeface="NanumGothic"/>
                <a:ea typeface="NanumGothic"/>
                <a:cs typeface="NanumGothic"/>
              </a:defRPr>
            </a:lvl5pPr>
            <a:lvl6pPr algn="l">
              <a:buNone/>
              <a:defRPr sz="1650" b="1">
                <a:solidFill>
                  <a:srgbClr val="087F83"/>
                </a:solidFill>
                <a:latin typeface="NanumGothic"/>
                <a:ea typeface="NanumGothic"/>
                <a:cs typeface="NanumGothic"/>
              </a:defRPr>
            </a:lvl6pPr>
            <a:lvl7pPr algn="l">
              <a:buNone/>
              <a:defRPr sz="1650" b="1">
                <a:solidFill>
                  <a:srgbClr val="087F83"/>
                </a:solidFill>
                <a:latin typeface="NanumGothic"/>
                <a:ea typeface="NanumGothic"/>
                <a:cs typeface="NanumGothic"/>
              </a:defRPr>
            </a:lvl7pPr>
            <a:lvl8pPr algn="l">
              <a:buNone/>
              <a:defRPr sz="1650" b="1">
                <a:solidFill>
                  <a:srgbClr val="087F83"/>
                </a:solidFill>
                <a:latin typeface="NanumGothic"/>
                <a:ea typeface="NanumGothic"/>
                <a:cs typeface="NanumGothic"/>
              </a:defRPr>
            </a:lvl8pPr>
            <a:lvl9pPr algn="l">
              <a:buNone/>
              <a:defRPr sz="1650" b="1">
                <a:solidFill>
                  <a:srgbClr val="087F83"/>
                </a:solidFill>
                <a:latin typeface="NanumGothic"/>
                <a:ea typeface="NanumGothic"/>
                <a:cs typeface="NanumGothic"/>
              </a:defRPr>
            </a:lvl9pPr>
          </a:lstStyle>
          <a:p xmlns:a="http://schemas.openxmlformats.org/drawingml/2006/main">
            <a:pPr algn="l">
              <a:buNone/>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시각 언어</a:t>
            </a:r>
          </a:p>
        </p:txBody>
      </p:sp>
      <p:sp>
        <p:nvSpPr>
          <p:cNvPr id="8" name="">
            <a:extLst xmlns:a="http://schemas.openxmlformats.org/drawingml/2006/main">
              <a:ext uri="{FF2B5EF4-FFF2-40B4-BE49-F238E27FC236}">
                <a16:creationId xmlns:a16="http://schemas.microsoft.com/office/drawing/2014/main" id="{237A6A9C-4C75-4B6E-8A2A-1812C7AE1F5B}"/>
              </a:ext>
            </a:extLst>
          </p:cNvPr>
          <p:cNvSpPr>
            <a:spLocks xmlns:a="http://schemas.openxmlformats.org/drawingml/2006/main" noGrp="1"/>
          </p:cNvSpPr>
          <p:nvPr/>
        </p:nvSpPr>
        <p:spPr>
          <a:xfrm xmlns:a="http://schemas.openxmlformats.org/drawingml/2006/main">
            <a:off x="3019425" y="20288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카테고리 단서 부족</a:t>
            </a:r>
          </a:p>
        </p:txBody>
      </p:sp>
      <p:sp>
        <p:nvSpPr>
          <p:cNvPr id="9" name="">
            <a:extLst xmlns:a="http://schemas.openxmlformats.org/drawingml/2006/main">
              <a:ext uri="{FF2B5EF4-FFF2-40B4-BE49-F238E27FC236}">
                <a16:creationId xmlns:a16="http://schemas.microsoft.com/office/drawing/2014/main" id="{07542134-530A-4ECD-BB0C-C690F55AB607}"/>
              </a:ext>
            </a:extLst>
          </p:cNvPr>
          <p:cNvSpPr>
            <a:spLocks xmlns:a="http://schemas.openxmlformats.org/drawingml/2006/main" noGrp="1"/>
          </p:cNvSpPr>
          <p:nvPr/>
        </p:nvSpPr>
        <p:spPr>
          <a:xfrm xmlns:a="http://schemas.openxmlformats.org/drawingml/2006/main">
            <a:off x="781050" y="258127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54450F-EC1D-40C0-B2FC-C89616C82CDD}"/>
              </a:ext>
            </a:extLst>
          </p:cNvPr>
          <p:cNvSpPr>
            <a:spLocks xmlns:a="http://schemas.openxmlformats.org/drawingml/2006/main" noGrp="1"/>
          </p:cNvSpPr>
          <p:nvPr/>
        </p:nvSpPr>
        <p:spPr>
          <a:xfrm xmlns:a="http://schemas.openxmlformats.org/drawingml/2006/main">
            <a:off x="819150" y="27622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buNone/>
              <a:defRPr sz="1650" b="1">
                <a:solidFill>
                  <a:srgbClr val="087F83"/>
                </a:solidFill>
                <a:latin typeface="NanumGothic"/>
                <a:ea typeface="NanumGothic"/>
                <a:cs typeface="NanumGothic"/>
              </a:defRPr>
            </a:lvl1pPr>
            <a:lvl2pPr algn="l">
              <a:buNone/>
              <a:defRPr sz="1650" b="1">
                <a:solidFill>
                  <a:srgbClr val="087F83"/>
                </a:solidFill>
                <a:latin typeface="NanumGothic"/>
                <a:ea typeface="NanumGothic"/>
                <a:cs typeface="NanumGothic"/>
              </a:defRPr>
            </a:lvl2pPr>
            <a:lvl3pPr algn="l">
              <a:buNone/>
              <a:defRPr sz="1650" b="1">
                <a:solidFill>
                  <a:srgbClr val="087F83"/>
                </a:solidFill>
                <a:latin typeface="NanumGothic"/>
                <a:ea typeface="NanumGothic"/>
                <a:cs typeface="NanumGothic"/>
              </a:defRPr>
            </a:lvl3pPr>
            <a:lvl4pPr algn="l">
              <a:buNone/>
              <a:defRPr sz="1650" b="1">
                <a:solidFill>
                  <a:srgbClr val="087F83"/>
                </a:solidFill>
                <a:latin typeface="NanumGothic"/>
                <a:ea typeface="NanumGothic"/>
                <a:cs typeface="NanumGothic"/>
              </a:defRPr>
            </a:lvl4pPr>
            <a:lvl5pPr algn="l">
              <a:buNone/>
              <a:defRPr sz="1650" b="1">
                <a:solidFill>
                  <a:srgbClr val="087F83"/>
                </a:solidFill>
                <a:latin typeface="NanumGothic"/>
                <a:ea typeface="NanumGothic"/>
                <a:cs typeface="NanumGothic"/>
              </a:defRPr>
            </a:lvl5pPr>
            <a:lvl6pPr algn="l">
              <a:buNone/>
              <a:defRPr sz="1650" b="1">
                <a:solidFill>
                  <a:srgbClr val="087F83"/>
                </a:solidFill>
                <a:latin typeface="NanumGothic"/>
                <a:ea typeface="NanumGothic"/>
                <a:cs typeface="NanumGothic"/>
              </a:defRPr>
            </a:lvl6pPr>
            <a:lvl7pPr algn="l">
              <a:buNone/>
              <a:defRPr sz="1650" b="1">
                <a:solidFill>
                  <a:srgbClr val="087F83"/>
                </a:solidFill>
                <a:latin typeface="NanumGothic"/>
                <a:ea typeface="NanumGothic"/>
                <a:cs typeface="NanumGothic"/>
              </a:defRPr>
            </a:lvl7pPr>
            <a:lvl8pPr algn="l">
              <a:buNone/>
              <a:defRPr sz="1650" b="1">
                <a:solidFill>
                  <a:srgbClr val="087F83"/>
                </a:solidFill>
                <a:latin typeface="NanumGothic"/>
                <a:ea typeface="NanumGothic"/>
                <a:cs typeface="NanumGothic"/>
              </a:defRPr>
            </a:lvl8pPr>
            <a:lvl9pPr algn="l">
              <a:buNone/>
              <a:defRPr sz="1650" b="1">
                <a:solidFill>
                  <a:srgbClr val="087F83"/>
                </a:solidFill>
                <a:latin typeface="NanumGothic"/>
                <a:ea typeface="NanumGothic"/>
                <a:cs typeface="NanumGothic"/>
              </a:defRPr>
            </a:lvl9pPr>
          </a:lstStyle>
          <a:p xmlns:a="http://schemas.openxmlformats.org/drawingml/2006/main">
            <a:pPr algn="l">
              <a:buNone/>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정보 구조</a:t>
            </a:r>
          </a:p>
        </p:txBody>
      </p:sp>
      <p:sp>
        <p:nvSpPr>
          <p:cNvPr id="11" name="">
            <a:extLst xmlns:a="http://schemas.openxmlformats.org/drawingml/2006/main">
              <a:ext uri="{FF2B5EF4-FFF2-40B4-BE49-F238E27FC236}">
                <a16:creationId xmlns:a16="http://schemas.microsoft.com/office/drawing/2014/main" id="{C4D06488-C3F4-4766-8A20-E6FFF1D36083}"/>
              </a:ext>
            </a:extLst>
          </p:cNvPr>
          <p:cNvSpPr>
            <a:spLocks xmlns:a="http://schemas.openxmlformats.org/drawingml/2006/main" noGrp="1"/>
          </p:cNvSpPr>
          <p:nvPr/>
        </p:nvSpPr>
        <p:spPr>
          <a:xfrm xmlns:a="http://schemas.openxmlformats.org/drawingml/2006/main">
            <a:off x="3019425" y="27432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작업 행에서 맥락 약화</a:t>
            </a:r>
          </a:p>
        </p:txBody>
      </p:sp>
      <p:sp>
        <p:nvSpPr>
          <p:cNvPr id="12" name="">
            <a:extLst xmlns:a="http://schemas.openxmlformats.org/drawingml/2006/main">
              <a:ext uri="{FF2B5EF4-FFF2-40B4-BE49-F238E27FC236}">
                <a16:creationId xmlns:a16="http://schemas.microsoft.com/office/drawing/2014/main" id="{90197D58-D385-4AA5-9E69-FFFBD4229446}"/>
              </a:ext>
            </a:extLst>
          </p:cNvPr>
          <p:cNvSpPr>
            <a:spLocks xmlns:a="http://schemas.openxmlformats.org/drawingml/2006/main" noGrp="1"/>
          </p:cNvSpPr>
          <p:nvPr/>
        </p:nvSpPr>
        <p:spPr>
          <a:xfrm xmlns:a="http://schemas.openxmlformats.org/drawingml/2006/main">
            <a:off x="781050" y="3295650"/>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ADE79F-7DEB-4ECF-98A4-FE8259164C4B}"/>
              </a:ext>
            </a:extLst>
          </p:cNvPr>
          <p:cNvSpPr>
            <a:spLocks xmlns:a="http://schemas.openxmlformats.org/drawingml/2006/main" noGrp="1"/>
          </p:cNvSpPr>
          <p:nvPr/>
        </p:nvSpPr>
        <p:spPr>
          <a:xfrm xmlns:a="http://schemas.openxmlformats.org/drawingml/2006/main">
            <a:off x="819150" y="34766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buNone/>
              <a:defRPr sz="1650" b="1">
                <a:solidFill>
                  <a:srgbClr val="087F83"/>
                </a:solidFill>
                <a:latin typeface="NanumGothic"/>
                <a:ea typeface="NanumGothic"/>
                <a:cs typeface="NanumGothic"/>
              </a:defRPr>
            </a:lvl1pPr>
            <a:lvl2pPr algn="l">
              <a:buNone/>
              <a:defRPr sz="1650" b="1">
                <a:solidFill>
                  <a:srgbClr val="087F83"/>
                </a:solidFill>
                <a:latin typeface="NanumGothic"/>
                <a:ea typeface="NanumGothic"/>
                <a:cs typeface="NanumGothic"/>
              </a:defRPr>
            </a:lvl2pPr>
            <a:lvl3pPr algn="l">
              <a:buNone/>
              <a:defRPr sz="1650" b="1">
                <a:solidFill>
                  <a:srgbClr val="087F83"/>
                </a:solidFill>
                <a:latin typeface="NanumGothic"/>
                <a:ea typeface="NanumGothic"/>
                <a:cs typeface="NanumGothic"/>
              </a:defRPr>
            </a:lvl3pPr>
            <a:lvl4pPr algn="l">
              <a:buNone/>
              <a:defRPr sz="1650" b="1">
                <a:solidFill>
                  <a:srgbClr val="087F83"/>
                </a:solidFill>
                <a:latin typeface="NanumGothic"/>
                <a:ea typeface="NanumGothic"/>
                <a:cs typeface="NanumGothic"/>
              </a:defRPr>
            </a:lvl4pPr>
            <a:lvl5pPr algn="l">
              <a:buNone/>
              <a:defRPr sz="1650" b="1">
                <a:solidFill>
                  <a:srgbClr val="087F83"/>
                </a:solidFill>
                <a:latin typeface="NanumGothic"/>
                <a:ea typeface="NanumGothic"/>
                <a:cs typeface="NanumGothic"/>
              </a:defRPr>
            </a:lvl5pPr>
            <a:lvl6pPr algn="l">
              <a:buNone/>
              <a:defRPr sz="1650" b="1">
                <a:solidFill>
                  <a:srgbClr val="087F83"/>
                </a:solidFill>
                <a:latin typeface="NanumGothic"/>
                <a:ea typeface="NanumGothic"/>
                <a:cs typeface="NanumGothic"/>
              </a:defRPr>
            </a:lvl6pPr>
            <a:lvl7pPr algn="l">
              <a:buNone/>
              <a:defRPr sz="1650" b="1">
                <a:solidFill>
                  <a:srgbClr val="087F83"/>
                </a:solidFill>
                <a:latin typeface="NanumGothic"/>
                <a:ea typeface="NanumGothic"/>
                <a:cs typeface="NanumGothic"/>
              </a:defRPr>
            </a:lvl7pPr>
            <a:lvl8pPr algn="l">
              <a:buNone/>
              <a:defRPr sz="1650" b="1">
                <a:solidFill>
                  <a:srgbClr val="087F83"/>
                </a:solidFill>
                <a:latin typeface="NanumGothic"/>
                <a:ea typeface="NanumGothic"/>
                <a:cs typeface="NanumGothic"/>
              </a:defRPr>
            </a:lvl8pPr>
            <a:lvl9pPr algn="l">
              <a:buNone/>
              <a:defRPr sz="1650" b="1">
                <a:solidFill>
                  <a:srgbClr val="087F83"/>
                </a:solidFill>
                <a:latin typeface="NanumGothic"/>
                <a:ea typeface="NanumGothic"/>
                <a:cs typeface="NanumGothic"/>
              </a:defRPr>
            </a:lvl9pPr>
          </a:lstStyle>
          <a:p xmlns:a="http://schemas.openxmlformats.org/drawingml/2006/main">
            <a:pPr algn="l">
              <a:buNone/>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사용 환경</a:t>
            </a:r>
          </a:p>
        </p:txBody>
      </p:sp>
      <p:sp>
        <p:nvSpPr>
          <p:cNvPr id="14" name="">
            <a:extLst xmlns:a="http://schemas.openxmlformats.org/drawingml/2006/main">
              <a:ext uri="{FF2B5EF4-FFF2-40B4-BE49-F238E27FC236}">
                <a16:creationId xmlns:a16="http://schemas.microsoft.com/office/drawing/2014/main" id="{71504A2E-985C-4B81-911F-3D2E31F6193E}"/>
              </a:ext>
            </a:extLst>
          </p:cNvPr>
          <p:cNvSpPr>
            <a:spLocks xmlns:a="http://schemas.openxmlformats.org/drawingml/2006/main" noGrp="1"/>
          </p:cNvSpPr>
          <p:nvPr/>
        </p:nvSpPr>
        <p:spPr>
          <a:xfrm xmlns:a="http://schemas.openxmlformats.org/drawingml/2006/main">
            <a:off x="3019425" y="34575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이동 중 짧은 확인</a:t>
            </a:r>
          </a:p>
        </p:txBody>
      </p:sp>
      <p:sp>
        <p:nvSpPr>
          <p:cNvPr id="15" name="">
            <a:extLst xmlns:a="http://schemas.openxmlformats.org/drawingml/2006/main">
              <a:ext uri="{FF2B5EF4-FFF2-40B4-BE49-F238E27FC236}">
                <a16:creationId xmlns:a16="http://schemas.microsoft.com/office/drawing/2014/main" id="{BCAC4836-0C03-424A-95DD-E6A3A566560B}"/>
              </a:ext>
            </a:extLst>
          </p:cNvPr>
          <p:cNvSpPr>
            <a:spLocks xmlns:a="http://schemas.openxmlformats.org/drawingml/2006/main" noGrp="1"/>
          </p:cNvSpPr>
          <p:nvPr/>
        </p:nvSpPr>
        <p:spPr>
          <a:xfrm xmlns:a="http://schemas.openxmlformats.org/drawingml/2006/main">
            <a:off x="781050" y="401002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B0C1C8-7C54-4295-A551-3E944573677A}"/>
              </a:ext>
            </a:extLst>
          </p:cNvPr>
          <p:cNvSpPr>
            <a:spLocks xmlns:a="http://schemas.openxmlformats.org/drawingml/2006/main" noGrp="1"/>
          </p:cNvSpPr>
          <p:nvPr/>
        </p:nvSpPr>
        <p:spPr>
          <a:xfrm xmlns:a="http://schemas.openxmlformats.org/drawingml/2006/main">
            <a:off x="819150" y="41910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buNone/>
              <a:defRPr sz="1650" b="1">
                <a:solidFill>
                  <a:srgbClr val="087F83"/>
                </a:solidFill>
                <a:latin typeface="NanumGothic"/>
                <a:ea typeface="NanumGothic"/>
                <a:cs typeface="NanumGothic"/>
              </a:defRPr>
            </a:lvl1pPr>
            <a:lvl2pPr algn="l">
              <a:buNone/>
              <a:defRPr sz="1650" b="1">
                <a:solidFill>
                  <a:srgbClr val="087F83"/>
                </a:solidFill>
                <a:latin typeface="NanumGothic"/>
                <a:ea typeface="NanumGothic"/>
                <a:cs typeface="NanumGothic"/>
              </a:defRPr>
            </a:lvl2pPr>
            <a:lvl3pPr algn="l">
              <a:buNone/>
              <a:defRPr sz="1650" b="1">
                <a:solidFill>
                  <a:srgbClr val="087F83"/>
                </a:solidFill>
                <a:latin typeface="NanumGothic"/>
                <a:ea typeface="NanumGothic"/>
                <a:cs typeface="NanumGothic"/>
              </a:defRPr>
            </a:lvl3pPr>
            <a:lvl4pPr algn="l">
              <a:buNone/>
              <a:defRPr sz="1650" b="1">
                <a:solidFill>
                  <a:srgbClr val="087F83"/>
                </a:solidFill>
                <a:latin typeface="NanumGothic"/>
                <a:ea typeface="NanumGothic"/>
                <a:cs typeface="NanumGothic"/>
              </a:defRPr>
            </a:lvl4pPr>
            <a:lvl5pPr algn="l">
              <a:buNone/>
              <a:defRPr sz="1650" b="1">
                <a:solidFill>
                  <a:srgbClr val="087F83"/>
                </a:solidFill>
                <a:latin typeface="NanumGothic"/>
                <a:ea typeface="NanumGothic"/>
                <a:cs typeface="NanumGothic"/>
              </a:defRPr>
            </a:lvl5pPr>
            <a:lvl6pPr algn="l">
              <a:buNone/>
              <a:defRPr sz="1650" b="1">
                <a:solidFill>
                  <a:srgbClr val="087F83"/>
                </a:solidFill>
                <a:latin typeface="NanumGothic"/>
                <a:ea typeface="NanumGothic"/>
                <a:cs typeface="NanumGothic"/>
              </a:defRPr>
            </a:lvl6pPr>
            <a:lvl7pPr algn="l">
              <a:buNone/>
              <a:defRPr sz="1650" b="1">
                <a:solidFill>
                  <a:srgbClr val="087F83"/>
                </a:solidFill>
                <a:latin typeface="NanumGothic"/>
                <a:ea typeface="NanumGothic"/>
                <a:cs typeface="NanumGothic"/>
              </a:defRPr>
            </a:lvl7pPr>
            <a:lvl8pPr algn="l">
              <a:buNone/>
              <a:defRPr sz="1650" b="1">
                <a:solidFill>
                  <a:srgbClr val="087F83"/>
                </a:solidFill>
                <a:latin typeface="NanumGothic"/>
                <a:ea typeface="NanumGothic"/>
                <a:cs typeface="NanumGothic"/>
              </a:defRPr>
            </a:lvl8pPr>
            <a:lvl9pPr algn="l">
              <a:buNone/>
              <a:defRPr sz="1650" b="1">
                <a:solidFill>
                  <a:srgbClr val="087F83"/>
                </a:solidFill>
                <a:latin typeface="NanumGothic"/>
                <a:ea typeface="NanumGothic"/>
                <a:cs typeface="NanumGothic"/>
              </a:defRPr>
            </a:lvl9pPr>
          </a:lstStyle>
          <a:p xmlns:a="http://schemas.openxmlformats.org/drawingml/2006/main">
            <a:pPr algn="l">
              <a:buNone/>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작업 특성</a:t>
            </a:r>
          </a:p>
        </p:txBody>
      </p:sp>
      <p:sp>
        <p:nvSpPr>
          <p:cNvPr id="17" name="">
            <a:extLst xmlns:a="http://schemas.openxmlformats.org/drawingml/2006/main">
              <a:ext uri="{FF2B5EF4-FFF2-40B4-BE49-F238E27FC236}">
                <a16:creationId xmlns:a16="http://schemas.microsoft.com/office/drawing/2014/main" id="{1957C8E8-631C-405A-86DC-BC0684B91214}"/>
              </a:ext>
            </a:extLst>
          </p:cNvPr>
          <p:cNvSpPr>
            <a:spLocks xmlns:a="http://schemas.openxmlformats.org/drawingml/2006/main" noGrp="1"/>
          </p:cNvSpPr>
          <p:nvPr/>
        </p:nvSpPr>
        <p:spPr>
          <a:xfrm xmlns:a="http://schemas.openxmlformats.org/drawingml/2006/main">
            <a:off x="3019425" y="41719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학교·생활 동시 관리</a:t>
            </a:r>
          </a:p>
        </p:txBody>
      </p:sp>
      <p:sp>
        <p:nvSpPr>
          <p:cNvPr id="18" name="">
            <a:extLst xmlns:a="http://schemas.openxmlformats.org/drawingml/2006/main">
              <a:ext uri="{FF2B5EF4-FFF2-40B4-BE49-F238E27FC236}">
                <a16:creationId xmlns:a16="http://schemas.microsoft.com/office/drawing/2014/main" id="{45C9AAAB-9738-41A5-ACCA-5FF05BCEF5D2}"/>
              </a:ext>
            </a:extLst>
          </p:cNvPr>
          <p:cNvSpPr>
            <a:spLocks xmlns:a="http://schemas.openxmlformats.org/drawingml/2006/main" noGrp="1"/>
          </p:cNvSpPr>
          <p:nvPr/>
        </p:nvSpPr>
        <p:spPr>
          <a:xfrm xmlns:a="http://schemas.openxmlformats.org/drawingml/2006/main">
            <a:off x="781050" y="4724400"/>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BA2583D-9B87-45B4-8CBE-458D41A7DFC2}"/>
              </a:ext>
            </a:extLst>
          </p:cNvPr>
          <p:cNvSpPr>
            <a:spLocks xmlns:a="http://schemas.openxmlformats.org/drawingml/2006/main" noGrp="1"/>
          </p:cNvSpPr>
          <p:nvPr/>
        </p:nvSpPr>
        <p:spPr>
          <a:xfrm xmlns:a="http://schemas.openxmlformats.org/drawingml/2006/main">
            <a:off x="819150" y="49053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buNone/>
              <a:defRPr sz="1650" b="1">
                <a:solidFill>
                  <a:srgbClr val="087F83"/>
                </a:solidFill>
                <a:latin typeface="NanumGothic"/>
                <a:ea typeface="NanumGothic"/>
                <a:cs typeface="NanumGothic"/>
              </a:defRPr>
            </a:lvl1pPr>
            <a:lvl2pPr algn="l">
              <a:buNone/>
              <a:defRPr sz="1650" b="1">
                <a:solidFill>
                  <a:srgbClr val="087F83"/>
                </a:solidFill>
                <a:latin typeface="NanumGothic"/>
                <a:ea typeface="NanumGothic"/>
                <a:cs typeface="NanumGothic"/>
              </a:defRPr>
            </a:lvl2pPr>
            <a:lvl3pPr algn="l">
              <a:buNone/>
              <a:defRPr sz="1650" b="1">
                <a:solidFill>
                  <a:srgbClr val="087F83"/>
                </a:solidFill>
                <a:latin typeface="NanumGothic"/>
                <a:ea typeface="NanumGothic"/>
                <a:cs typeface="NanumGothic"/>
              </a:defRPr>
            </a:lvl3pPr>
            <a:lvl4pPr algn="l">
              <a:buNone/>
              <a:defRPr sz="1650" b="1">
                <a:solidFill>
                  <a:srgbClr val="087F83"/>
                </a:solidFill>
                <a:latin typeface="NanumGothic"/>
                <a:ea typeface="NanumGothic"/>
                <a:cs typeface="NanumGothic"/>
              </a:defRPr>
            </a:lvl4pPr>
            <a:lvl5pPr algn="l">
              <a:buNone/>
              <a:defRPr sz="1650" b="1">
                <a:solidFill>
                  <a:srgbClr val="087F83"/>
                </a:solidFill>
                <a:latin typeface="NanumGothic"/>
                <a:ea typeface="NanumGothic"/>
                <a:cs typeface="NanumGothic"/>
              </a:defRPr>
            </a:lvl5pPr>
            <a:lvl6pPr algn="l">
              <a:buNone/>
              <a:defRPr sz="1650" b="1">
                <a:solidFill>
                  <a:srgbClr val="087F83"/>
                </a:solidFill>
                <a:latin typeface="NanumGothic"/>
                <a:ea typeface="NanumGothic"/>
                <a:cs typeface="NanumGothic"/>
              </a:defRPr>
            </a:lvl6pPr>
            <a:lvl7pPr algn="l">
              <a:buNone/>
              <a:defRPr sz="1650" b="1">
                <a:solidFill>
                  <a:srgbClr val="087F83"/>
                </a:solidFill>
                <a:latin typeface="NanumGothic"/>
                <a:ea typeface="NanumGothic"/>
                <a:cs typeface="NanumGothic"/>
              </a:defRPr>
            </a:lvl7pPr>
            <a:lvl8pPr algn="l">
              <a:buNone/>
              <a:defRPr sz="1650" b="1">
                <a:solidFill>
                  <a:srgbClr val="087F83"/>
                </a:solidFill>
                <a:latin typeface="NanumGothic"/>
                <a:ea typeface="NanumGothic"/>
                <a:cs typeface="NanumGothic"/>
              </a:defRPr>
            </a:lvl8pPr>
            <a:lvl9pPr algn="l">
              <a:buNone/>
              <a:defRPr sz="1650" b="1">
                <a:solidFill>
                  <a:srgbClr val="087F83"/>
                </a:solidFill>
                <a:latin typeface="NanumGothic"/>
                <a:ea typeface="NanumGothic"/>
                <a:cs typeface="NanumGothic"/>
              </a:defRPr>
            </a:lvl9pPr>
          </a:lstStyle>
          <a:p xmlns:a="http://schemas.openxmlformats.org/drawingml/2006/main">
            <a:pPr algn="l">
              <a:buNone/>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접근성</a:t>
            </a:r>
          </a:p>
        </p:txBody>
      </p:sp>
      <p:sp>
        <p:nvSpPr>
          <p:cNvPr id="20" name="">
            <a:extLst xmlns:a="http://schemas.openxmlformats.org/drawingml/2006/main">
              <a:ext uri="{FF2B5EF4-FFF2-40B4-BE49-F238E27FC236}">
                <a16:creationId xmlns:a16="http://schemas.microsoft.com/office/drawing/2014/main" id="{4B61935F-2337-4832-BEC4-4DFB8A9183BE}"/>
              </a:ext>
            </a:extLst>
          </p:cNvPr>
          <p:cNvSpPr>
            <a:spLocks xmlns:a="http://schemas.openxmlformats.org/drawingml/2006/main" noGrp="1"/>
          </p:cNvSpPr>
          <p:nvPr/>
        </p:nvSpPr>
        <p:spPr>
          <a:xfrm xmlns:a="http://schemas.openxmlformats.org/drawingml/2006/main">
            <a:off x="3019425" y="48863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buNone/>
              <a:defRPr sz="1650" b="0">
                <a:solidFill>
                  <a:srgbClr val="1D2944"/>
                </a:solidFill>
                <a:latin typeface="NanumGothic"/>
                <a:ea typeface="NanumGothic"/>
                <a:cs typeface="NanumGothic"/>
              </a:defRPr>
            </a:lvl1pPr>
            <a:lvl2pPr algn="l">
              <a:buNone/>
              <a:defRPr sz="1650" b="0">
                <a:solidFill>
                  <a:srgbClr val="1D2944"/>
                </a:solidFill>
                <a:latin typeface="NanumGothic"/>
                <a:ea typeface="NanumGothic"/>
                <a:cs typeface="NanumGothic"/>
              </a:defRPr>
            </a:lvl2pPr>
            <a:lvl3pPr algn="l">
              <a:buNone/>
              <a:defRPr sz="1650" b="0">
                <a:solidFill>
                  <a:srgbClr val="1D2944"/>
                </a:solidFill>
                <a:latin typeface="NanumGothic"/>
                <a:ea typeface="NanumGothic"/>
                <a:cs typeface="NanumGothic"/>
              </a:defRPr>
            </a:lvl3pPr>
            <a:lvl4pPr algn="l">
              <a:buNone/>
              <a:defRPr sz="1650" b="0">
                <a:solidFill>
                  <a:srgbClr val="1D2944"/>
                </a:solidFill>
                <a:latin typeface="NanumGothic"/>
                <a:ea typeface="NanumGothic"/>
                <a:cs typeface="NanumGothic"/>
              </a:defRPr>
            </a:lvl4pPr>
            <a:lvl5pPr algn="l">
              <a:buNone/>
              <a:defRPr sz="1650" b="0">
                <a:solidFill>
                  <a:srgbClr val="1D2944"/>
                </a:solidFill>
                <a:latin typeface="NanumGothic"/>
                <a:ea typeface="NanumGothic"/>
                <a:cs typeface="NanumGothic"/>
              </a:defRPr>
            </a:lvl5pPr>
            <a:lvl6pPr algn="l">
              <a:buNone/>
              <a:defRPr sz="1650" b="0">
                <a:solidFill>
                  <a:srgbClr val="1D2944"/>
                </a:solidFill>
                <a:latin typeface="NanumGothic"/>
                <a:ea typeface="NanumGothic"/>
                <a:cs typeface="NanumGothic"/>
              </a:defRPr>
            </a:lvl6pPr>
            <a:lvl7pPr algn="l">
              <a:buNone/>
              <a:defRPr sz="1650" b="0">
                <a:solidFill>
                  <a:srgbClr val="1D2944"/>
                </a:solidFill>
                <a:latin typeface="NanumGothic"/>
                <a:ea typeface="NanumGothic"/>
                <a:cs typeface="NanumGothic"/>
              </a:defRPr>
            </a:lvl7pPr>
            <a:lvl8pPr algn="l">
              <a:buNone/>
              <a:defRPr sz="1650" b="0">
                <a:solidFill>
                  <a:srgbClr val="1D2944"/>
                </a:solidFill>
                <a:latin typeface="NanumGothic"/>
                <a:ea typeface="NanumGothic"/>
                <a:cs typeface="NanumGothic"/>
              </a:defRPr>
            </a:lvl8pPr>
            <a:lvl9pPr algn="l">
              <a:buNone/>
              <a:defRPr sz="1650" b="0">
                <a:solidFill>
                  <a:srgbClr val="1D2944"/>
                </a:solidFill>
                <a:latin typeface="NanumGothic"/>
                <a:ea typeface="NanumGothic"/>
                <a:cs typeface="NanumGothic"/>
              </a:defRPr>
            </a:lvl9pPr>
          </a:lstStyle>
          <a:p xmlns:a="http://schemas.openxmlformats.org/drawingml/2006/main">
            <a:pPr algn="l">
              <a:buNone/>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색만으로 구분 위험</a:t>
            </a:r>
          </a:p>
        </p:txBody>
      </p:sp>
      <p:sp>
        <p:nvSpPr>
          <p:cNvPr id="21" name="">
            <a:extLst xmlns:a="http://schemas.openxmlformats.org/drawingml/2006/main">
              <a:ext uri="{FF2B5EF4-FFF2-40B4-BE49-F238E27FC236}">
                <a16:creationId xmlns:a16="http://schemas.microsoft.com/office/drawing/2014/main" id="{E0EF56F1-E208-484B-98B2-0DEB3505DD58}"/>
              </a:ext>
            </a:extLst>
          </p:cNvPr>
          <p:cNvSpPr>
            <a:spLocks xmlns:a="http://schemas.openxmlformats.org/drawingml/2006/main" noGrp="1"/>
          </p:cNvSpPr>
          <p:nvPr/>
        </p:nvSpPr>
        <p:spPr>
          <a:xfrm xmlns:a="http://schemas.openxmlformats.org/drawingml/2006/main">
            <a:off x="781050" y="543877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9282D26-B57B-4ACD-B4D8-65824B86A865}"/>
              </a:ext>
            </a:extLst>
          </p:cNvPr>
          <p:cNvSpPr>
            <a:spLocks xmlns:a="http://schemas.openxmlformats.org/drawingml/2006/main" noGrp="1"/>
          </p:cNvSpPr>
          <p:nvPr/>
        </p:nvSpPr>
        <p:spPr>
          <a:xfrm xmlns:a="http://schemas.openxmlformats.org/drawingml/2006/main">
            <a:off x="742950" y="5829300"/>
            <a:ext cx="10382250" cy="495300"/>
          </a:xfrm>
          <a:prstGeom xmlns:a="http://schemas.openxmlformats.org/drawingml/2006/main" prst="roundRect">
            <a:avLst>
              <a:gd name="adj" fmla="val 15385"/>
            </a:avLst>
          </a:prstGeom>
          <a:solidFill xmlns:a="http://schemas.openxmlformats.org/drawingml/2006/main">
            <a:srgbClr val="E5F1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984744-8F85-4C7E-A553-2EA8D11D7161}"/>
              </a:ext>
            </a:extLst>
          </p:cNvPr>
          <p:cNvSpPr>
            <a:spLocks xmlns:a="http://schemas.openxmlformats.org/drawingml/2006/main" noGrp="1"/>
          </p:cNvSpPr>
          <p:nvPr/>
        </p:nvSpPr>
        <p:spPr>
          <a:xfrm xmlns:a="http://schemas.openxmlformats.org/drawingml/2006/main">
            <a:off x="942975" y="58674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D2944"/>
                </a:solidFill>
                <a:latin typeface="NanumGothic"/>
                <a:ea typeface="NanumGothic"/>
                <a:cs typeface="NanumGothic"/>
              </a:defRPr>
            </a:defPPr>
            <a:lvl1pPr algn="l">
              <a:buNone/>
              <a:defRPr sz="1575" b="1">
                <a:solidFill>
                  <a:srgbClr val="1D2944"/>
                </a:solidFill>
                <a:latin typeface="NanumGothic"/>
                <a:ea typeface="NanumGothic"/>
                <a:cs typeface="NanumGothic"/>
              </a:defRPr>
            </a:lvl1pPr>
            <a:lvl2pPr algn="l">
              <a:buNone/>
              <a:defRPr sz="1575" b="1">
                <a:solidFill>
                  <a:srgbClr val="1D2944"/>
                </a:solidFill>
                <a:latin typeface="NanumGothic"/>
                <a:ea typeface="NanumGothic"/>
                <a:cs typeface="NanumGothic"/>
              </a:defRPr>
            </a:lvl2pPr>
            <a:lvl3pPr algn="l">
              <a:buNone/>
              <a:defRPr sz="1575" b="1">
                <a:solidFill>
                  <a:srgbClr val="1D2944"/>
                </a:solidFill>
                <a:latin typeface="NanumGothic"/>
                <a:ea typeface="NanumGothic"/>
                <a:cs typeface="NanumGothic"/>
              </a:defRPr>
            </a:lvl3pPr>
            <a:lvl4pPr algn="l">
              <a:buNone/>
              <a:defRPr sz="1575" b="1">
                <a:solidFill>
                  <a:srgbClr val="1D2944"/>
                </a:solidFill>
                <a:latin typeface="NanumGothic"/>
                <a:ea typeface="NanumGothic"/>
                <a:cs typeface="NanumGothic"/>
              </a:defRPr>
            </a:lvl4pPr>
            <a:lvl5pPr algn="l">
              <a:buNone/>
              <a:defRPr sz="1575" b="1">
                <a:solidFill>
                  <a:srgbClr val="1D2944"/>
                </a:solidFill>
                <a:latin typeface="NanumGothic"/>
                <a:ea typeface="NanumGothic"/>
                <a:cs typeface="NanumGothic"/>
              </a:defRPr>
            </a:lvl5pPr>
            <a:lvl6pPr algn="l">
              <a:buNone/>
              <a:defRPr sz="1575" b="1">
                <a:solidFill>
                  <a:srgbClr val="1D2944"/>
                </a:solidFill>
                <a:latin typeface="NanumGothic"/>
                <a:ea typeface="NanumGothic"/>
                <a:cs typeface="NanumGothic"/>
              </a:defRPr>
            </a:lvl6pPr>
            <a:lvl7pPr algn="l">
              <a:buNone/>
              <a:defRPr sz="1575" b="1">
                <a:solidFill>
                  <a:srgbClr val="1D2944"/>
                </a:solidFill>
                <a:latin typeface="NanumGothic"/>
                <a:ea typeface="NanumGothic"/>
                <a:cs typeface="NanumGothic"/>
              </a:defRPr>
            </a:lvl7pPr>
            <a:lvl8pPr algn="l">
              <a:buNone/>
              <a:defRPr sz="1575" b="1">
                <a:solidFill>
                  <a:srgbClr val="1D2944"/>
                </a:solidFill>
                <a:latin typeface="NanumGothic"/>
                <a:ea typeface="NanumGothic"/>
                <a:cs typeface="NanumGothic"/>
              </a:defRPr>
            </a:lvl8pPr>
            <a:lvl9pPr algn="l">
              <a:buNone/>
              <a:defRPr sz="1575" b="1">
                <a:solidFill>
                  <a:srgbClr val="1D2944"/>
                </a:solidFill>
                <a:latin typeface="NanumGothic"/>
                <a:ea typeface="NanumGothic"/>
                <a:cs typeface="NanumGothic"/>
              </a:defRPr>
            </a:lvl9pPr>
          </a:lstStyle>
          <a:p xmlns:a="http://schemas.openxmlformats.org/drawingml/2006/main">
            <a:pPr algn="l">
              <a:buNone/>
              <a:defRPr sz="1575" b="1">
                <a:solidFill>
                  <a:srgbClr val="1D2944"/>
                </a:solidFill>
                <a:latin typeface="NanumGothic"/>
                <a:ea typeface="NanumGothic"/>
                <a:cs typeface="NanumGothic"/>
              </a:defRPr>
            </a:pPr>
            <a:r>
              <a:rPr sz="1575" b="1">
                <a:solidFill>
                  <a:srgbClr val="1D2944"/>
                </a:solidFill>
                <a:latin typeface="NanumGothic"/>
                <a:ea typeface="NanumGothic"/>
                <a:cs typeface="NanumGothic"/>
              </a:rPr>
              <a:t>우선 1개: 카테고리 색 + 이름 + 중요도를 작업 행에 일관되게 노출</a:t>
            </a:r>
          </a:p>
        </p:txBody>
      </p:sp>
    </p:spTree>
    <p:extLst>
      <p:ext uri="{BB962C8B-B14F-4D97-AF65-F5344CB8AC3E}">
        <p14:creationId xmlns:p14="http://schemas.microsoft.com/office/powerpoint/2010/main" val="1585999238"/>
      </p:ext>
    </p:extLst>
  </p:cSld>
</p:sld>
</file>

<file path=ppt/slides/slide11.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6DA226-76EF-4127-B6EA-8104F86E1EC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8F1045-8FC1-449D-9E29-778ADB26F428}"/>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B4  셀프 논증과 결정 기록</a:t>
            </a:r>
          </a:p>
        </p:txBody>
      </p:sp>
      <p:sp>
        <p:nvSpPr>
          <p:cNvPr id="3" name="">
            <a:extLst xmlns:a="http://schemas.openxmlformats.org/drawingml/2006/main">
              <a:ext uri="{FF2B5EF4-FFF2-40B4-BE49-F238E27FC236}">
                <a16:creationId xmlns:a16="http://schemas.microsoft.com/office/drawing/2014/main" id="{C3EBFB6F-9F23-40F0-9873-5D47038D20D7}"/>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반론을 받은 후 설계 수정·폐기 기록. 학생의 최종 판단 확인 필요.</a:t>
            </a:r>
          </a:p>
        </p:txBody>
      </p:sp>
      <p:sp>
        <p:nvSpPr>
          <p:cNvPr id="4" name="">
            <a:extLst xmlns:a="http://schemas.openxmlformats.org/drawingml/2006/main">
              <a:ext uri="{FF2B5EF4-FFF2-40B4-BE49-F238E27FC236}">
                <a16:creationId xmlns:a16="http://schemas.microsoft.com/office/drawing/2014/main" id="{E64198CA-07F0-48F5-AFCD-31F964A3692D}"/>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20A066-9762-412E-8B0A-41A8C58EB59F}"/>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CCC3E0CA-2B34-4584-9F52-FD1270EE2F52}"/>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B4</a:t>
            </a:r>
          </a:p>
        </p:txBody>
      </p:sp>
      <p:sp>
        <p:nvSpPr>
          <p:cNvPr id="7" name="">
            <a:extLst xmlns:a="http://schemas.openxmlformats.org/drawingml/2006/main">
              <a:ext uri="{FF2B5EF4-FFF2-40B4-BE49-F238E27FC236}">
                <a16:creationId xmlns:a16="http://schemas.microsoft.com/office/drawing/2014/main" id="{988A31F0-DE49-424F-861D-307E5F93AFE4}"/>
              </a:ext>
            </a:extLst>
          </p:cNvPr>
          <p:cNvSpPr>
            <a:spLocks xmlns:a="http://schemas.openxmlformats.org/drawingml/2006/main" noGrp="1"/>
          </p:cNvSpPr>
          <p:nvPr/>
        </p:nvSpPr>
        <p:spPr>
          <a:xfrm xmlns:a="http://schemas.openxmlformats.org/drawingml/2006/main">
            <a:off x="752475" y="18669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buNone/>
              <a:defRPr sz="1350" b="1">
                <a:solidFill>
                  <a:srgbClr val="087F83"/>
                </a:solidFill>
                <a:latin typeface="NanumGothic"/>
                <a:ea typeface="NanumGothic"/>
                <a:cs typeface="NanumGothic"/>
              </a:defRPr>
            </a:lvl1pPr>
            <a:lvl2pPr algn="l">
              <a:buNone/>
              <a:defRPr sz="1350" b="1">
                <a:solidFill>
                  <a:srgbClr val="087F83"/>
                </a:solidFill>
                <a:latin typeface="NanumGothic"/>
                <a:ea typeface="NanumGothic"/>
                <a:cs typeface="NanumGothic"/>
              </a:defRPr>
            </a:lvl2pPr>
            <a:lvl3pPr algn="l">
              <a:buNone/>
              <a:defRPr sz="1350" b="1">
                <a:solidFill>
                  <a:srgbClr val="087F83"/>
                </a:solidFill>
                <a:latin typeface="NanumGothic"/>
                <a:ea typeface="NanumGothic"/>
                <a:cs typeface="NanumGothic"/>
              </a:defRPr>
            </a:lvl3pPr>
            <a:lvl4pPr algn="l">
              <a:buNone/>
              <a:defRPr sz="1350" b="1">
                <a:solidFill>
                  <a:srgbClr val="087F83"/>
                </a:solidFill>
                <a:latin typeface="NanumGothic"/>
                <a:ea typeface="NanumGothic"/>
                <a:cs typeface="NanumGothic"/>
              </a:defRPr>
            </a:lvl4pPr>
            <a:lvl5pPr algn="l">
              <a:buNone/>
              <a:defRPr sz="1350" b="1">
                <a:solidFill>
                  <a:srgbClr val="087F83"/>
                </a:solidFill>
                <a:latin typeface="NanumGothic"/>
                <a:ea typeface="NanumGothic"/>
                <a:cs typeface="NanumGothic"/>
              </a:defRPr>
            </a:lvl5pPr>
            <a:lvl6pPr algn="l">
              <a:buNone/>
              <a:defRPr sz="1350" b="1">
                <a:solidFill>
                  <a:srgbClr val="087F83"/>
                </a:solidFill>
                <a:latin typeface="NanumGothic"/>
                <a:ea typeface="NanumGothic"/>
                <a:cs typeface="NanumGothic"/>
              </a:defRPr>
            </a:lvl6pPr>
            <a:lvl7pPr algn="l">
              <a:buNone/>
              <a:defRPr sz="1350" b="1">
                <a:solidFill>
                  <a:srgbClr val="087F83"/>
                </a:solidFill>
                <a:latin typeface="NanumGothic"/>
                <a:ea typeface="NanumGothic"/>
                <a:cs typeface="NanumGothic"/>
              </a:defRPr>
            </a:lvl7pPr>
            <a:lvl8pPr algn="l">
              <a:buNone/>
              <a:defRPr sz="1350" b="1">
                <a:solidFill>
                  <a:srgbClr val="087F83"/>
                </a:solidFill>
                <a:latin typeface="NanumGothic"/>
                <a:ea typeface="NanumGothic"/>
                <a:cs typeface="NanumGothic"/>
              </a:defRPr>
            </a:lvl8pPr>
            <a:lvl9pPr algn="l">
              <a:buNone/>
              <a:defRPr sz="1350" b="1">
                <a:solidFill>
                  <a:srgbClr val="087F83"/>
                </a:solidFill>
                <a:latin typeface="NanumGothic"/>
                <a:ea typeface="NanumGothic"/>
                <a:cs typeface="NanumGothic"/>
              </a:defRPr>
            </a:lvl9pPr>
          </a:lstStyle>
          <a:p xmlns:a="http://schemas.openxmlformats.org/drawingml/2006/main">
            <a:pPr algn="l">
              <a:buNone/>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쟁점</a:t>
            </a:r>
          </a:p>
        </p:txBody>
      </p:sp>
      <p:sp>
        <p:nvSpPr>
          <p:cNvPr id="8" name="">
            <a:extLst xmlns:a="http://schemas.openxmlformats.org/drawingml/2006/main">
              <a:ext uri="{FF2B5EF4-FFF2-40B4-BE49-F238E27FC236}">
                <a16:creationId xmlns:a16="http://schemas.microsoft.com/office/drawing/2014/main" id="{4393633B-D24D-4D95-9CE2-02EC00291C2B}"/>
              </a:ext>
            </a:extLst>
          </p:cNvPr>
          <p:cNvSpPr>
            <a:spLocks xmlns:a="http://schemas.openxmlformats.org/drawingml/2006/main" noGrp="1"/>
          </p:cNvSpPr>
          <p:nvPr/>
        </p:nvSpPr>
        <p:spPr>
          <a:xfrm xmlns:a="http://schemas.openxmlformats.org/drawingml/2006/main">
            <a:off x="3076575" y="18669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buNone/>
              <a:defRPr sz="1350" b="1">
                <a:solidFill>
                  <a:srgbClr val="087F83"/>
                </a:solidFill>
                <a:latin typeface="NanumGothic"/>
                <a:ea typeface="NanumGothic"/>
                <a:cs typeface="NanumGothic"/>
              </a:defRPr>
            </a:lvl1pPr>
            <a:lvl2pPr algn="l">
              <a:buNone/>
              <a:defRPr sz="1350" b="1">
                <a:solidFill>
                  <a:srgbClr val="087F83"/>
                </a:solidFill>
                <a:latin typeface="NanumGothic"/>
                <a:ea typeface="NanumGothic"/>
                <a:cs typeface="NanumGothic"/>
              </a:defRPr>
            </a:lvl2pPr>
            <a:lvl3pPr algn="l">
              <a:buNone/>
              <a:defRPr sz="1350" b="1">
                <a:solidFill>
                  <a:srgbClr val="087F83"/>
                </a:solidFill>
                <a:latin typeface="NanumGothic"/>
                <a:ea typeface="NanumGothic"/>
                <a:cs typeface="NanumGothic"/>
              </a:defRPr>
            </a:lvl3pPr>
            <a:lvl4pPr algn="l">
              <a:buNone/>
              <a:defRPr sz="1350" b="1">
                <a:solidFill>
                  <a:srgbClr val="087F83"/>
                </a:solidFill>
                <a:latin typeface="NanumGothic"/>
                <a:ea typeface="NanumGothic"/>
                <a:cs typeface="NanumGothic"/>
              </a:defRPr>
            </a:lvl4pPr>
            <a:lvl5pPr algn="l">
              <a:buNone/>
              <a:defRPr sz="1350" b="1">
                <a:solidFill>
                  <a:srgbClr val="087F83"/>
                </a:solidFill>
                <a:latin typeface="NanumGothic"/>
                <a:ea typeface="NanumGothic"/>
                <a:cs typeface="NanumGothic"/>
              </a:defRPr>
            </a:lvl5pPr>
            <a:lvl6pPr algn="l">
              <a:buNone/>
              <a:defRPr sz="1350" b="1">
                <a:solidFill>
                  <a:srgbClr val="087F83"/>
                </a:solidFill>
                <a:latin typeface="NanumGothic"/>
                <a:ea typeface="NanumGothic"/>
                <a:cs typeface="NanumGothic"/>
              </a:defRPr>
            </a:lvl6pPr>
            <a:lvl7pPr algn="l">
              <a:buNone/>
              <a:defRPr sz="1350" b="1">
                <a:solidFill>
                  <a:srgbClr val="087F83"/>
                </a:solidFill>
                <a:latin typeface="NanumGothic"/>
                <a:ea typeface="NanumGothic"/>
                <a:cs typeface="NanumGothic"/>
              </a:defRPr>
            </a:lvl7pPr>
            <a:lvl8pPr algn="l">
              <a:buNone/>
              <a:defRPr sz="1350" b="1">
                <a:solidFill>
                  <a:srgbClr val="087F83"/>
                </a:solidFill>
                <a:latin typeface="NanumGothic"/>
                <a:ea typeface="NanumGothic"/>
                <a:cs typeface="NanumGothic"/>
              </a:defRPr>
            </a:lvl8pPr>
            <a:lvl9pPr algn="l">
              <a:buNone/>
              <a:defRPr sz="1350" b="1">
                <a:solidFill>
                  <a:srgbClr val="087F83"/>
                </a:solidFill>
                <a:latin typeface="NanumGothic"/>
                <a:ea typeface="NanumGothic"/>
                <a:cs typeface="NanumGothic"/>
              </a:defRPr>
            </a:lvl9pPr>
          </a:lstStyle>
          <a:p xmlns:a="http://schemas.openxmlformats.org/drawingml/2006/main">
            <a:pPr algn="l">
              <a:buNone/>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AI의 반론</a:t>
            </a:r>
          </a:p>
        </p:txBody>
      </p:sp>
      <p:sp>
        <p:nvSpPr>
          <p:cNvPr id="9" name="">
            <a:extLst xmlns:a="http://schemas.openxmlformats.org/drawingml/2006/main">
              <a:ext uri="{FF2B5EF4-FFF2-40B4-BE49-F238E27FC236}">
                <a16:creationId xmlns:a16="http://schemas.microsoft.com/office/drawing/2014/main" id="{9B7C6A5D-1875-40C3-A0E8-C8084B5A398C}"/>
              </a:ext>
            </a:extLst>
          </p:cNvPr>
          <p:cNvSpPr>
            <a:spLocks xmlns:a="http://schemas.openxmlformats.org/drawingml/2006/main" noGrp="1"/>
          </p:cNvSpPr>
          <p:nvPr/>
        </p:nvSpPr>
        <p:spPr>
          <a:xfrm xmlns:a="http://schemas.openxmlformats.org/drawingml/2006/main">
            <a:off x="7715250" y="18669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buNone/>
              <a:defRPr sz="1350" b="1">
                <a:solidFill>
                  <a:srgbClr val="087F83"/>
                </a:solidFill>
                <a:latin typeface="NanumGothic"/>
                <a:ea typeface="NanumGothic"/>
                <a:cs typeface="NanumGothic"/>
              </a:defRPr>
            </a:lvl1pPr>
            <a:lvl2pPr algn="l">
              <a:buNone/>
              <a:defRPr sz="1350" b="1">
                <a:solidFill>
                  <a:srgbClr val="087F83"/>
                </a:solidFill>
                <a:latin typeface="NanumGothic"/>
                <a:ea typeface="NanumGothic"/>
                <a:cs typeface="NanumGothic"/>
              </a:defRPr>
            </a:lvl2pPr>
            <a:lvl3pPr algn="l">
              <a:buNone/>
              <a:defRPr sz="1350" b="1">
                <a:solidFill>
                  <a:srgbClr val="087F83"/>
                </a:solidFill>
                <a:latin typeface="NanumGothic"/>
                <a:ea typeface="NanumGothic"/>
                <a:cs typeface="NanumGothic"/>
              </a:defRPr>
            </a:lvl3pPr>
            <a:lvl4pPr algn="l">
              <a:buNone/>
              <a:defRPr sz="1350" b="1">
                <a:solidFill>
                  <a:srgbClr val="087F83"/>
                </a:solidFill>
                <a:latin typeface="NanumGothic"/>
                <a:ea typeface="NanumGothic"/>
                <a:cs typeface="NanumGothic"/>
              </a:defRPr>
            </a:lvl4pPr>
            <a:lvl5pPr algn="l">
              <a:buNone/>
              <a:defRPr sz="1350" b="1">
                <a:solidFill>
                  <a:srgbClr val="087F83"/>
                </a:solidFill>
                <a:latin typeface="NanumGothic"/>
                <a:ea typeface="NanumGothic"/>
                <a:cs typeface="NanumGothic"/>
              </a:defRPr>
            </a:lvl5pPr>
            <a:lvl6pPr algn="l">
              <a:buNone/>
              <a:defRPr sz="1350" b="1">
                <a:solidFill>
                  <a:srgbClr val="087F83"/>
                </a:solidFill>
                <a:latin typeface="NanumGothic"/>
                <a:ea typeface="NanumGothic"/>
                <a:cs typeface="NanumGothic"/>
              </a:defRPr>
            </a:lvl6pPr>
            <a:lvl7pPr algn="l">
              <a:buNone/>
              <a:defRPr sz="1350" b="1">
                <a:solidFill>
                  <a:srgbClr val="087F83"/>
                </a:solidFill>
                <a:latin typeface="NanumGothic"/>
                <a:ea typeface="NanumGothic"/>
                <a:cs typeface="NanumGothic"/>
              </a:defRPr>
            </a:lvl7pPr>
            <a:lvl8pPr algn="l">
              <a:buNone/>
              <a:defRPr sz="1350" b="1">
                <a:solidFill>
                  <a:srgbClr val="087F83"/>
                </a:solidFill>
                <a:latin typeface="NanumGothic"/>
                <a:ea typeface="NanumGothic"/>
                <a:cs typeface="NanumGothic"/>
              </a:defRPr>
            </a:lvl8pPr>
            <a:lvl9pPr algn="l">
              <a:buNone/>
              <a:defRPr sz="1350" b="1">
                <a:solidFill>
                  <a:srgbClr val="087F83"/>
                </a:solidFill>
                <a:latin typeface="NanumGothic"/>
                <a:ea typeface="NanumGothic"/>
                <a:cs typeface="NanumGothic"/>
              </a:defRPr>
            </a:lvl9pPr>
          </a:lstStyle>
          <a:p xmlns:a="http://schemas.openxmlformats.org/drawingml/2006/main">
            <a:pPr algn="l">
              <a:buNone/>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재검토 결정</a:t>
            </a:r>
          </a:p>
        </p:txBody>
      </p:sp>
      <p:sp>
        <p:nvSpPr>
          <p:cNvPr id="10" name="">
            <a:extLst xmlns:a="http://schemas.openxmlformats.org/drawingml/2006/main">
              <a:ext uri="{FF2B5EF4-FFF2-40B4-BE49-F238E27FC236}">
                <a16:creationId xmlns:a16="http://schemas.microsoft.com/office/drawing/2014/main" id="{00B89BE9-FF32-48B8-8E0C-11E593CFCEDE}"/>
              </a:ext>
            </a:extLst>
          </p:cNvPr>
          <p:cNvSpPr>
            <a:spLocks xmlns:a="http://schemas.openxmlformats.org/drawingml/2006/main" noGrp="1"/>
          </p:cNvSpPr>
          <p:nvPr/>
        </p:nvSpPr>
        <p:spPr>
          <a:xfrm xmlns:a="http://schemas.openxmlformats.org/drawingml/2006/main">
            <a:off x="666750" y="2266950"/>
            <a:ext cx="108394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1DFCE7-BC78-42CB-8953-BC237A869CC7}"/>
              </a:ext>
            </a:extLst>
          </p:cNvPr>
          <p:cNvSpPr>
            <a:spLocks xmlns:a="http://schemas.openxmlformats.org/drawingml/2006/main" noGrp="1"/>
          </p:cNvSpPr>
          <p:nvPr/>
        </p:nvSpPr>
        <p:spPr>
          <a:xfrm xmlns:a="http://schemas.openxmlformats.org/drawingml/2006/main">
            <a:off x="762000" y="242887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buNone/>
              <a:defRPr sz="1425" b="1">
                <a:solidFill>
                  <a:srgbClr val="1D2944"/>
                </a:solidFill>
                <a:latin typeface="NanumGothic"/>
                <a:ea typeface="NanumGothic"/>
                <a:cs typeface="NanumGothic"/>
              </a:defRPr>
            </a:lvl1pPr>
            <a:lvl2pPr algn="l">
              <a:buNone/>
              <a:defRPr sz="1425" b="1">
                <a:solidFill>
                  <a:srgbClr val="1D2944"/>
                </a:solidFill>
                <a:latin typeface="NanumGothic"/>
                <a:ea typeface="NanumGothic"/>
                <a:cs typeface="NanumGothic"/>
              </a:defRPr>
            </a:lvl2pPr>
            <a:lvl3pPr algn="l">
              <a:buNone/>
              <a:defRPr sz="1425" b="1">
                <a:solidFill>
                  <a:srgbClr val="1D2944"/>
                </a:solidFill>
                <a:latin typeface="NanumGothic"/>
                <a:ea typeface="NanumGothic"/>
                <a:cs typeface="NanumGothic"/>
              </a:defRPr>
            </a:lvl3pPr>
            <a:lvl4pPr algn="l">
              <a:buNone/>
              <a:defRPr sz="1425" b="1">
                <a:solidFill>
                  <a:srgbClr val="1D2944"/>
                </a:solidFill>
                <a:latin typeface="NanumGothic"/>
                <a:ea typeface="NanumGothic"/>
                <a:cs typeface="NanumGothic"/>
              </a:defRPr>
            </a:lvl4pPr>
            <a:lvl5pPr algn="l">
              <a:buNone/>
              <a:defRPr sz="1425" b="1">
                <a:solidFill>
                  <a:srgbClr val="1D2944"/>
                </a:solidFill>
                <a:latin typeface="NanumGothic"/>
                <a:ea typeface="NanumGothic"/>
                <a:cs typeface="NanumGothic"/>
              </a:defRPr>
            </a:lvl5pPr>
            <a:lvl6pPr algn="l">
              <a:buNone/>
              <a:defRPr sz="1425" b="1">
                <a:solidFill>
                  <a:srgbClr val="1D2944"/>
                </a:solidFill>
                <a:latin typeface="NanumGothic"/>
                <a:ea typeface="NanumGothic"/>
                <a:cs typeface="NanumGothic"/>
              </a:defRPr>
            </a:lvl6pPr>
            <a:lvl7pPr algn="l">
              <a:buNone/>
              <a:defRPr sz="1425" b="1">
                <a:solidFill>
                  <a:srgbClr val="1D2944"/>
                </a:solidFill>
                <a:latin typeface="NanumGothic"/>
                <a:ea typeface="NanumGothic"/>
                <a:cs typeface="NanumGothic"/>
              </a:defRPr>
            </a:lvl7pPr>
            <a:lvl8pPr algn="l">
              <a:buNone/>
              <a:defRPr sz="1425" b="1">
                <a:solidFill>
                  <a:srgbClr val="1D2944"/>
                </a:solidFill>
                <a:latin typeface="NanumGothic"/>
                <a:ea typeface="NanumGothic"/>
                <a:cs typeface="NanumGothic"/>
              </a:defRPr>
            </a:lvl8pPr>
            <a:lvl9pPr algn="l">
              <a:buNone/>
              <a:defRPr sz="1425" b="1">
                <a:solidFill>
                  <a:srgbClr val="1D2944"/>
                </a:solidFill>
                <a:latin typeface="NanumGothic"/>
                <a:ea typeface="NanumGothic"/>
                <a:cs typeface="NanumGothic"/>
              </a:defRPr>
            </a:lvl9pPr>
          </a:lstStyle>
          <a:p xmlns:a="http://schemas.openxmlformats.org/drawingml/2006/main">
            <a:pPr algn="l">
              <a:buNone/>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카테고리 색</a:t>
            </a:r>
          </a:p>
        </p:txBody>
      </p:sp>
      <p:sp>
        <p:nvSpPr>
          <p:cNvPr id="12" name="">
            <a:extLst xmlns:a="http://schemas.openxmlformats.org/drawingml/2006/main">
              <a:ext uri="{FF2B5EF4-FFF2-40B4-BE49-F238E27FC236}">
                <a16:creationId xmlns:a16="http://schemas.microsoft.com/office/drawing/2014/main" id="{58FA9E58-BC78-4B92-AAF6-2C2B0C1F7792}"/>
              </a:ext>
            </a:extLst>
          </p:cNvPr>
          <p:cNvSpPr>
            <a:spLocks xmlns:a="http://schemas.openxmlformats.org/drawingml/2006/main" noGrp="1"/>
          </p:cNvSpPr>
          <p:nvPr/>
        </p:nvSpPr>
        <p:spPr>
          <a:xfrm xmlns:a="http://schemas.openxmlformats.org/drawingml/2006/main">
            <a:off x="3076575" y="242887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buNone/>
              <a:defRPr sz="1425" b="0">
                <a:solidFill>
                  <a:srgbClr val="1D2944"/>
                </a:solidFill>
                <a:latin typeface="NanumGothic"/>
                <a:ea typeface="NanumGothic"/>
                <a:cs typeface="NanumGothic"/>
              </a:defRPr>
            </a:lvl1pPr>
            <a:lvl2pPr algn="l">
              <a:buNone/>
              <a:defRPr sz="1425" b="0">
                <a:solidFill>
                  <a:srgbClr val="1D2944"/>
                </a:solidFill>
                <a:latin typeface="NanumGothic"/>
                <a:ea typeface="NanumGothic"/>
                <a:cs typeface="NanumGothic"/>
              </a:defRPr>
            </a:lvl2pPr>
            <a:lvl3pPr algn="l">
              <a:buNone/>
              <a:defRPr sz="1425" b="0">
                <a:solidFill>
                  <a:srgbClr val="1D2944"/>
                </a:solidFill>
                <a:latin typeface="NanumGothic"/>
                <a:ea typeface="NanumGothic"/>
                <a:cs typeface="NanumGothic"/>
              </a:defRPr>
            </a:lvl3pPr>
            <a:lvl4pPr algn="l">
              <a:buNone/>
              <a:defRPr sz="1425" b="0">
                <a:solidFill>
                  <a:srgbClr val="1D2944"/>
                </a:solidFill>
                <a:latin typeface="NanumGothic"/>
                <a:ea typeface="NanumGothic"/>
                <a:cs typeface="NanumGothic"/>
              </a:defRPr>
            </a:lvl4pPr>
            <a:lvl5pPr algn="l">
              <a:buNone/>
              <a:defRPr sz="1425" b="0">
                <a:solidFill>
                  <a:srgbClr val="1D2944"/>
                </a:solidFill>
                <a:latin typeface="NanumGothic"/>
                <a:ea typeface="NanumGothic"/>
                <a:cs typeface="NanumGothic"/>
              </a:defRPr>
            </a:lvl5pPr>
            <a:lvl6pPr algn="l">
              <a:buNone/>
              <a:defRPr sz="1425" b="0">
                <a:solidFill>
                  <a:srgbClr val="1D2944"/>
                </a:solidFill>
                <a:latin typeface="NanumGothic"/>
                <a:ea typeface="NanumGothic"/>
                <a:cs typeface="NanumGothic"/>
              </a:defRPr>
            </a:lvl6pPr>
            <a:lvl7pPr algn="l">
              <a:buNone/>
              <a:defRPr sz="1425" b="0">
                <a:solidFill>
                  <a:srgbClr val="1D2944"/>
                </a:solidFill>
                <a:latin typeface="NanumGothic"/>
                <a:ea typeface="NanumGothic"/>
                <a:cs typeface="NanumGothic"/>
              </a:defRPr>
            </a:lvl7pPr>
            <a:lvl8pPr algn="l">
              <a:buNone/>
              <a:defRPr sz="1425" b="0">
                <a:solidFill>
                  <a:srgbClr val="1D2944"/>
                </a:solidFill>
                <a:latin typeface="NanumGothic"/>
                <a:ea typeface="NanumGothic"/>
                <a:cs typeface="NanumGothic"/>
              </a:defRPr>
            </a:lvl8pPr>
            <a:lvl9pPr algn="l">
              <a:buNone/>
              <a:defRPr sz="1425" b="0">
                <a:solidFill>
                  <a:srgbClr val="1D2944"/>
                </a:solidFill>
                <a:latin typeface="NanumGothic"/>
                <a:ea typeface="NanumGothic"/>
                <a:cs typeface="NanumGothic"/>
              </a:defRPr>
            </a:lvl9pPr>
          </a:lstStyle>
          <a:p xmlns:a="http://schemas.openxmlformats.org/drawingml/2006/main">
            <a:pPr algn="l">
              <a:buNone/>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색만 사용하면 접근성 저하</a:t>
            </a:r>
          </a:p>
        </p:txBody>
      </p:sp>
      <p:sp>
        <p:nvSpPr>
          <p:cNvPr id="13" name="">
            <a:extLst xmlns:a="http://schemas.openxmlformats.org/drawingml/2006/main">
              <a:ext uri="{FF2B5EF4-FFF2-40B4-BE49-F238E27FC236}">
                <a16:creationId xmlns:a16="http://schemas.microsoft.com/office/drawing/2014/main" id="{9E84764C-A545-4BFF-AA21-918EF3294A46}"/>
              </a:ext>
            </a:extLst>
          </p:cNvPr>
          <p:cNvSpPr>
            <a:spLocks xmlns:a="http://schemas.openxmlformats.org/drawingml/2006/main" noGrp="1"/>
          </p:cNvSpPr>
          <p:nvPr/>
        </p:nvSpPr>
        <p:spPr>
          <a:xfrm xmlns:a="http://schemas.openxmlformats.org/drawingml/2006/main">
            <a:off x="7715250" y="242887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색 + 텍스트</a:t>
            </a:r>
          </a:p>
        </p:txBody>
      </p:sp>
      <p:sp>
        <p:nvSpPr>
          <p:cNvPr id="14" name="">
            <a:extLst xmlns:a="http://schemas.openxmlformats.org/drawingml/2006/main">
              <a:ext uri="{FF2B5EF4-FFF2-40B4-BE49-F238E27FC236}">
                <a16:creationId xmlns:a16="http://schemas.microsoft.com/office/drawing/2014/main" id="{19B2778F-FC69-45FA-AF28-AF24691D77E4}"/>
              </a:ext>
            </a:extLst>
          </p:cNvPr>
          <p:cNvSpPr>
            <a:spLocks xmlns:a="http://schemas.openxmlformats.org/drawingml/2006/main" noGrp="1"/>
          </p:cNvSpPr>
          <p:nvPr/>
        </p:nvSpPr>
        <p:spPr>
          <a:xfrm xmlns:a="http://schemas.openxmlformats.org/drawingml/2006/main">
            <a:off x="733425" y="317182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4ABDF95-7559-4FE0-B1A3-CB0B07AD4CA4}"/>
              </a:ext>
            </a:extLst>
          </p:cNvPr>
          <p:cNvSpPr>
            <a:spLocks xmlns:a="http://schemas.openxmlformats.org/drawingml/2006/main" noGrp="1"/>
          </p:cNvSpPr>
          <p:nvPr/>
        </p:nvSpPr>
        <p:spPr>
          <a:xfrm xmlns:a="http://schemas.openxmlformats.org/drawingml/2006/main">
            <a:off x="762000" y="332422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buNone/>
              <a:defRPr sz="1425" b="1">
                <a:solidFill>
                  <a:srgbClr val="1D2944"/>
                </a:solidFill>
                <a:latin typeface="NanumGothic"/>
                <a:ea typeface="NanumGothic"/>
                <a:cs typeface="NanumGothic"/>
              </a:defRPr>
            </a:lvl1pPr>
            <a:lvl2pPr algn="l">
              <a:buNone/>
              <a:defRPr sz="1425" b="1">
                <a:solidFill>
                  <a:srgbClr val="1D2944"/>
                </a:solidFill>
                <a:latin typeface="NanumGothic"/>
                <a:ea typeface="NanumGothic"/>
                <a:cs typeface="NanumGothic"/>
              </a:defRPr>
            </a:lvl2pPr>
            <a:lvl3pPr algn="l">
              <a:buNone/>
              <a:defRPr sz="1425" b="1">
                <a:solidFill>
                  <a:srgbClr val="1D2944"/>
                </a:solidFill>
                <a:latin typeface="NanumGothic"/>
                <a:ea typeface="NanumGothic"/>
                <a:cs typeface="NanumGothic"/>
              </a:defRPr>
            </a:lvl3pPr>
            <a:lvl4pPr algn="l">
              <a:buNone/>
              <a:defRPr sz="1425" b="1">
                <a:solidFill>
                  <a:srgbClr val="1D2944"/>
                </a:solidFill>
                <a:latin typeface="NanumGothic"/>
                <a:ea typeface="NanumGothic"/>
                <a:cs typeface="NanumGothic"/>
              </a:defRPr>
            </a:lvl4pPr>
            <a:lvl5pPr algn="l">
              <a:buNone/>
              <a:defRPr sz="1425" b="1">
                <a:solidFill>
                  <a:srgbClr val="1D2944"/>
                </a:solidFill>
                <a:latin typeface="NanumGothic"/>
                <a:ea typeface="NanumGothic"/>
                <a:cs typeface="NanumGothic"/>
              </a:defRPr>
            </a:lvl5pPr>
            <a:lvl6pPr algn="l">
              <a:buNone/>
              <a:defRPr sz="1425" b="1">
                <a:solidFill>
                  <a:srgbClr val="1D2944"/>
                </a:solidFill>
                <a:latin typeface="NanumGothic"/>
                <a:ea typeface="NanumGothic"/>
                <a:cs typeface="NanumGothic"/>
              </a:defRPr>
            </a:lvl6pPr>
            <a:lvl7pPr algn="l">
              <a:buNone/>
              <a:defRPr sz="1425" b="1">
                <a:solidFill>
                  <a:srgbClr val="1D2944"/>
                </a:solidFill>
                <a:latin typeface="NanumGothic"/>
                <a:ea typeface="NanumGothic"/>
                <a:cs typeface="NanumGothic"/>
              </a:defRPr>
            </a:lvl7pPr>
            <a:lvl8pPr algn="l">
              <a:buNone/>
              <a:defRPr sz="1425" b="1">
                <a:solidFill>
                  <a:srgbClr val="1D2944"/>
                </a:solidFill>
                <a:latin typeface="NanumGothic"/>
                <a:ea typeface="NanumGothic"/>
                <a:cs typeface="NanumGothic"/>
              </a:defRPr>
            </a:lvl8pPr>
            <a:lvl9pPr algn="l">
              <a:buNone/>
              <a:defRPr sz="1425" b="1">
                <a:solidFill>
                  <a:srgbClr val="1D2944"/>
                </a:solidFill>
                <a:latin typeface="NanumGothic"/>
                <a:ea typeface="NanumGothic"/>
                <a:cs typeface="NanumGothic"/>
              </a:defRPr>
            </a:lvl9pPr>
          </a:lstStyle>
          <a:p xmlns:a="http://schemas.openxmlformats.org/drawingml/2006/main">
            <a:pPr algn="l">
              <a:buNone/>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AI 우선순위</a:t>
            </a:r>
          </a:p>
        </p:txBody>
      </p:sp>
      <p:sp>
        <p:nvSpPr>
          <p:cNvPr id="16" name="">
            <a:extLst xmlns:a="http://schemas.openxmlformats.org/drawingml/2006/main">
              <a:ext uri="{FF2B5EF4-FFF2-40B4-BE49-F238E27FC236}">
                <a16:creationId xmlns:a16="http://schemas.microsoft.com/office/drawing/2014/main" id="{48EF9F21-AD9D-440F-B0E7-79B7045C4569}"/>
              </a:ext>
            </a:extLst>
          </p:cNvPr>
          <p:cNvSpPr>
            <a:spLocks xmlns:a="http://schemas.openxmlformats.org/drawingml/2006/main" noGrp="1"/>
          </p:cNvSpPr>
          <p:nvPr/>
        </p:nvSpPr>
        <p:spPr>
          <a:xfrm xmlns:a="http://schemas.openxmlformats.org/drawingml/2006/main">
            <a:off x="3076575" y="332422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buNone/>
              <a:defRPr sz="1425" b="0">
                <a:solidFill>
                  <a:srgbClr val="1D2944"/>
                </a:solidFill>
                <a:latin typeface="NanumGothic"/>
                <a:ea typeface="NanumGothic"/>
                <a:cs typeface="NanumGothic"/>
              </a:defRPr>
            </a:lvl1pPr>
            <a:lvl2pPr algn="l">
              <a:buNone/>
              <a:defRPr sz="1425" b="0">
                <a:solidFill>
                  <a:srgbClr val="1D2944"/>
                </a:solidFill>
                <a:latin typeface="NanumGothic"/>
                <a:ea typeface="NanumGothic"/>
                <a:cs typeface="NanumGothic"/>
              </a:defRPr>
            </a:lvl2pPr>
            <a:lvl3pPr algn="l">
              <a:buNone/>
              <a:defRPr sz="1425" b="0">
                <a:solidFill>
                  <a:srgbClr val="1D2944"/>
                </a:solidFill>
                <a:latin typeface="NanumGothic"/>
                <a:ea typeface="NanumGothic"/>
                <a:cs typeface="NanumGothic"/>
              </a:defRPr>
            </a:lvl3pPr>
            <a:lvl4pPr algn="l">
              <a:buNone/>
              <a:defRPr sz="1425" b="0">
                <a:solidFill>
                  <a:srgbClr val="1D2944"/>
                </a:solidFill>
                <a:latin typeface="NanumGothic"/>
                <a:ea typeface="NanumGothic"/>
                <a:cs typeface="NanumGothic"/>
              </a:defRPr>
            </a:lvl4pPr>
            <a:lvl5pPr algn="l">
              <a:buNone/>
              <a:defRPr sz="1425" b="0">
                <a:solidFill>
                  <a:srgbClr val="1D2944"/>
                </a:solidFill>
                <a:latin typeface="NanumGothic"/>
                <a:ea typeface="NanumGothic"/>
                <a:cs typeface="NanumGothic"/>
              </a:defRPr>
            </a:lvl5pPr>
            <a:lvl6pPr algn="l">
              <a:buNone/>
              <a:defRPr sz="1425" b="0">
                <a:solidFill>
                  <a:srgbClr val="1D2944"/>
                </a:solidFill>
                <a:latin typeface="NanumGothic"/>
                <a:ea typeface="NanumGothic"/>
                <a:cs typeface="NanumGothic"/>
              </a:defRPr>
            </a:lvl6pPr>
            <a:lvl7pPr algn="l">
              <a:buNone/>
              <a:defRPr sz="1425" b="0">
                <a:solidFill>
                  <a:srgbClr val="1D2944"/>
                </a:solidFill>
                <a:latin typeface="NanumGothic"/>
                <a:ea typeface="NanumGothic"/>
                <a:cs typeface="NanumGothic"/>
              </a:defRPr>
            </a:lvl7pPr>
            <a:lvl8pPr algn="l">
              <a:buNone/>
              <a:defRPr sz="1425" b="0">
                <a:solidFill>
                  <a:srgbClr val="1D2944"/>
                </a:solidFill>
                <a:latin typeface="NanumGothic"/>
                <a:ea typeface="NanumGothic"/>
                <a:cs typeface="NanumGothic"/>
              </a:defRPr>
            </a:lvl8pPr>
            <a:lvl9pPr algn="l">
              <a:buNone/>
              <a:defRPr sz="1425" b="0">
                <a:solidFill>
                  <a:srgbClr val="1D2944"/>
                </a:solidFill>
                <a:latin typeface="NanumGothic"/>
                <a:ea typeface="NanumGothic"/>
                <a:cs typeface="NanumGothic"/>
              </a:defRPr>
            </a:lvl9pPr>
          </a:lstStyle>
          <a:p xmlns:a="http://schemas.openxmlformats.org/drawingml/2006/main">
            <a:pPr algn="l">
              <a:buNone/>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추천 근거·범위 불명확</a:t>
            </a:r>
          </a:p>
        </p:txBody>
      </p:sp>
      <p:sp>
        <p:nvSpPr>
          <p:cNvPr id="17" name="">
            <a:extLst xmlns:a="http://schemas.openxmlformats.org/drawingml/2006/main">
              <a:ext uri="{FF2B5EF4-FFF2-40B4-BE49-F238E27FC236}">
                <a16:creationId xmlns:a16="http://schemas.microsoft.com/office/drawing/2014/main" id="{FDBF824B-76B4-484C-A6E0-9631F7BA1FE0}"/>
              </a:ext>
            </a:extLst>
          </p:cNvPr>
          <p:cNvSpPr>
            <a:spLocks xmlns:a="http://schemas.openxmlformats.org/drawingml/2006/main" noGrp="1"/>
          </p:cNvSpPr>
          <p:nvPr/>
        </p:nvSpPr>
        <p:spPr>
          <a:xfrm xmlns:a="http://schemas.openxmlformats.org/drawingml/2006/main">
            <a:off x="7715250" y="332422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폐기: 수동 ChoiceChip</a:t>
            </a:r>
          </a:p>
        </p:txBody>
      </p:sp>
      <p:sp>
        <p:nvSpPr>
          <p:cNvPr id="18" name="">
            <a:extLst xmlns:a="http://schemas.openxmlformats.org/drawingml/2006/main">
              <a:ext uri="{FF2B5EF4-FFF2-40B4-BE49-F238E27FC236}">
                <a16:creationId xmlns:a16="http://schemas.microsoft.com/office/drawing/2014/main" id="{5153037E-043D-428A-8BDE-056010CCDD8E}"/>
              </a:ext>
            </a:extLst>
          </p:cNvPr>
          <p:cNvSpPr>
            <a:spLocks xmlns:a="http://schemas.openxmlformats.org/drawingml/2006/main" noGrp="1"/>
          </p:cNvSpPr>
          <p:nvPr/>
        </p:nvSpPr>
        <p:spPr>
          <a:xfrm xmlns:a="http://schemas.openxmlformats.org/drawingml/2006/main">
            <a:off x="733425" y="406717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8717FB-A188-4C74-92BB-EAF170FFAC8E}"/>
              </a:ext>
            </a:extLst>
          </p:cNvPr>
          <p:cNvSpPr>
            <a:spLocks xmlns:a="http://schemas.openxmlformats.org/drawingml/2006/main" noGrp="1"/>
          </p:cNvSpPr>
          <p:nvPr/>
        </p:nvSpPr>
        <p:spPr>
          <a:xfrm xmlns:a="http://schemas.openxmlformats.org/drawingml/2006/main">
            <a:off x="762000" y="421957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buNone/>
              <a:defRPr sz="1425" b="1">
                <a:solidFill>
                  <a:srgbClr val="1D2944"/>
                </a:solidFill>
                <a:latin typeface="NanumGothic"/>
                <a:ea typeface="NanumGothic"/>
                <a:cs typeface="NanumGothic"/>
              </a:defRPr>
            </a:lvl1pPr>
            <a:lvl2pPr algn="l">
              <a:buNone/>
              <a:defRPr sz="1425" b="1">
                <a:solidFill>
                  <a:srgbClr val="1D2944"/>
                </a:solidFill>
                <a:latin typeface="NanumGothic"/>
                <a:ea typeface="NanumGothic"/>
                <a:cs typeface="NanumGothic"/>
              </a:defRPr>
            </a:lvl2pPr>
            <a:lvl3pPr algn="l">
              <a:buNone/>
              <a:defRPr sz="1425" b="1">
                <a:solidFill>
                  <a:srgbClr val="1D2944"/>
                </a:solidFill>
                <a:latin typeface="NanumGothic"/>
                <a:ea typeface="NanumGothic"/>
                <a:cs typeface="NanumGothic"/>
              </a:defRPr>
            </a:lvl3pPr>
            <a:lvl4pPr algn="l">
              <a:buNone/>
              <a:defRPr sz="1425" b="1">
                <a:solidFill>
                  <a:srgbClr val="1D2944"/>
                </a:solidFill>
                <a:latin typeface="NanumGothic"/>
                <a:ea typeface="NanumGothic"/>
                <a:cs typeface="NanumGothic"/>
              </a:defRPr>
            </a:lvl4pPr>
            <a:lvl5pPr algn="l">
              <a:buNone/>
              <a:defRPr sz="1425" b="1">
                <a:solidFill>
                  <a:srgbClr val="1D2944"/>
                </a:solidFill>
                <a:latin typeface="NanumGothic"/>
                <a:ea typeface="NanumGothic"/>
                <a:cs typeface="NanumGothic"/>
              </a:defRPr>
            </a:lvl5pPr>
            <a:lvl6pPr algn="l">
              <a:buNone/>
              <a:defRPr sz="1425" b="1">
                <a:solidFill>
                  <a:srgbClr val="1D2944"/>
                </a:solidFill>
                <a:latin typeface="NanumGothic"/>
                <a:ea typeface="NanumGothic"/>
                <a:cs typeface="NanumGothic"/>
              </a:defRPr>
            </a:lvl6pPr>
            <a:lvl7pPr algn="l">
              <a:buNone/>
              <a:defRPr sz="1425" b="1">
                <a:solidFill>
                  <a:srgbClr val="1D2944"/>
                </a:solidFill>
                <a:latin typeface="NanumGothic"/>
                <a:ea typeface="NanumGothic"/>
                <a:cs typeface="NanumGothic"/>
              </a:defRPr>
            </a:lvl7pPr>
            <a:lvl8pPr algn="l">
              <a:buNone/>
              <a:defRPr sz="1425" b="1">
                <a:solidFill>
                  <a:srgbClr val="1D2944"/>
                </a:solidFill>
                <a:latin typeface="NanumGothic"/>
                <a:ea typeface="NanumGothic"/>
                <a:cs typeface="NanumGothic"/>
              </a:defRPr>
            </a:lvl8pPr>
            <a:lvl9pPr algn="l">
              <a:buNone/>
              <a:defRPr sz="1425" b="1">
                <a:solidFill>
                  <a:srgbClr val="1D2944"/>
                </a:solidFill>
                <a:latin typeface="NanumGothic"/>
                <a:ea typeface="NanumGothic"/>
                <a:cs typeface="NanumGothic"/>
              </a:defRPr>
            </a:lvl9pPr>
          </a:lstStyle>
          <a:p xmlns:a="http://schemas.openxmlformats.org/drawingml/2006/main">
            <a:pPr algn="l">
              <a:buNone/>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완료 체크</a:t>
            </a:r>
          </a:p>
        </p:txBody>
      </p:sp>
      <p:sp>
        <p:nvSpPr>
          <p:cNvPr id="20" name="">
            <a:extLst xmlns:a="http://schemas.openxmlformats.org/drawingml/2006/main">
              <a:ext uri="{FF2B5EF4-FFF2-40B4-BE49-F238E27FC236}">
                <a16:creationId xmlns:a16="http://schemas.microsoft.com/office/drawing/2014/main" id="{174CA36C-C5A0-4144-B247-6E1B47F5522F}"/>
              </a:ext>
            </a:extLst>
          </p:cNvPr>
          <p:cNvSpPr>
            <a:spLocks xmlns:a="http://schemas.openxmlformats.org/drawingml/2006/main" noGrp="1"/>
          </p:cNvSpPr>
          <p:nvPr/>
        </p:nvSpPr>
        <p:spPr>
          <a:xfrm xmlns:a="http://schemas.openxmlformats.org/drawingml/2006/main">
            <a:off x="3076575" y="421957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buNone/>
              <a:defRPr sz="1425" b="0">
                <a:solidFill>
                  <a:srgbClr val="1D2944"/>
                </a:solidFill>
                <a:latin typeface="NanumGothic"/>
                <a:ea typeface="NanumGothic"/>
                <a:cs typeface="NanumGothic"/>
              </a:defRPr>
            </a:lvl1pPr>
            <a:lvl2pPr algn="l">
              <a:buNone/>
              <a:defRPr sz="1425" b="0">
                <a:solidFill>
                  <a:srgbClr val="1D2944"/>
                </a:solidFill>
                <a:latin typeface="NanumGothic"/>
                <a:ea typeface="NanumGothic"/>
                <a:cs typeface="NanumGothic"/>
              </a:defRPr>
            </a:lvl2pPr>
            <a:lvl3pPr algn="l">
              <a:buNone/>
              <a:defRPr sz="1425" b="0">
                <a:solidFill>
                  <a:srgbClr val="1D2944"/>
                </a:solidFill>
                <a:latin typeface="NanumGothic"/>
                <a:ea typeface="NanumGothic"/>
                <a:cs typeface="NanumGothic"/>
              </a:defRPr>
            </a:lvl3pPr>
            <a:lvl4pPr algn="l">
              <a:buNone/>
              <a:defRPr sz="1425" b="0">
                <a:solidFill>
                  <a:srgbClr val="1D2944"/>
                </a:solidFill>
                <a:latin typeface="NanumGothic"/>
                <a:ea typeface="NanumGothic"/>
                <a:cs typeface="NanumGothic"/>
              </a:defRPr>
            </a:lvl4pPr>
            <a:lvl5pPr algn="l">
              <a:buNone/>
              <a:defRPr sz="1425" b="0">
                <a:solidFill>
                  <a:srgbClr val="1D2944"/>
                </a:solidFill>
                <a:latin typeface="NanumGothic"/>
                <a:ea typeface="NanumGothic"/>
                <a:cs typeface="NanumGothic"/>
              </a:defRPr>
            </a:lvl5pPr>
            <a:lvl6pPr algn="l">
              <a:buNone/>
              <a:defRPr sz="1425" b="0">
                <a:solidFill>
                  <a:srgbClr val="1D2944"/>
                </a:solidFill>
                <a:latin typeface="NanumGothic"/>
                <a:ea typeface="NanumGothic"/>
                <a:cs typeface="NanumGothic"/>
              </a:defRPr>
            </a:lvl6pPr>
            <a:lvl7pPr algn="l">
              <a:buNone/>
              <a:defRPr sz="1425" b="0">
                <a:solidFill>
                  <a:srgbClr val="1D2944"/>
                </a:solidFill>
                <a:latin typeface="NanumGothic"/>
                <a:ea typeface="NanumGothic"/>
                <a:cs typeface="NanumGothic"/>
              </a:defRPr>
            </a:lvl7pPr>
            <a:lvl8pPr algn="l">
              <a:buNone/>
              <a:defRPr sz="1425" b="0">
                <a:solidFill>
                  <a:srgbClr val="1D2944"/>
                </a:solidFill>
                <a:latin typeface="NanumGothic"/>
                <a:ea typeface="NanumGothic"/>
                <a:cs typeface="NanumGothic"/>
              </a:defRPr>
            </a:lvl8pPr>
            <a:lvl9pPr algn="l">
              <a:buNone/>
              <a:defRPr sz="1425" b="0">
                <a:solidFill>
                  <a:srgbClr val="1D2944"/>
                </a:solidFill>
                <a:latin typeface="NanumGothic"/>
                <a:ea typeface="NanumGothic"/>
                <a:cs typeface="NanumGothic"/>
              </a:defRPr>
            </a:lvl9pPr>
          </a:lstStyle>
          <a:p xmlns:a="http://schemas.openxmlformats.org/drawingml/2006/main">
            <a:pPr algn="l">
              <a:buNone/>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실수 완료 후 복구 어려움</a:t>
            </a:r>
          </a:p>
        </p:txBody>
      </p:sp>
      <p:sp>
        <p:nvSpPr>
          <p:cNvPr id="21" name="">
            <a:extLst xmlns:a="http://schemas.openxmlformats.org/drawingml/2006/main">
              <a:ext uri="{FF2B5EF4-FFF2-40B4-BE49-F238E27FC236}">
                <a16:creationId xmlns:a16="http://schemas.microsoft.com/office/drawing/2014/main" id="{64E56DBA-11BD-4A99-A9B5-C60383169BEC}"/>
              </a:ext>
            </a:extLst>
          </p:cNvPr>
          <p:cNvSpPr>
            <a:spLocks xmlns:a="http://schemas.openxmlformats.org/drawingml/2006/main" noGrp="1"/>
          </p:cNvSpPr>
          <p:nvPr/>
        </p:nvSpPr>
        <p:spPr>
          <a:xfrm xmlns:a="http://schemas.openxmlformats.org/drawingml/2006/main">
            <a:off x="7715250" y="421957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완료함·Undo</a:t>
            </a:r>
          </a:p>
        </p:txBody>
      </p:sp>
      <p:sp>
        <p:nvSpPr>
          <p:cNvPr id="22" name="">
            <a:extLst xmlns:a="http://schemas.openxmlformats.org/drawingml/2006/main">
              <a:ext uri="{FF2B5EF4-FFF2-40B4-BE49-F238E27FC236}">
                <a16:creationId xmlns:a16="http://schemas.microsoft.com/office/drawing/2014/main" id="{B2DEC3F5-CA5E-4094-95F4-4CBDCB443FAB}"/>
              </a:ext>
            </a:extLst>
          </p:cNvPr>
          <p:cNvSpPr>
            <a:spLocks xmlns:a="http://schemas.openxmlformats.org/drawingml/2006/main" noGrp="1"/>
          </p:cNvSpPr>
          <p:nvPr/>
        </p:nvSpPr>
        <p:spPr>
          <a:xfrm xmlns:a="http://schemas.openxmlformats.org/drawingml/2006/main">
            <a:off x="733425" y="496252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7F46FC-954A-4CD2-9D7B-0B370E967D0C}"/>
              </a:ext>
            </a:extLst>
          </p:cNvPr>
          <p:cNvSpPr>
            <a:spLocks xmlns:a="http://schemas.openxmlformats.org/drawingml/2006/main" noGrp="1"/>
          </p:cNvSpPr>
          <p:nvPr/>
        </p:nvSpPr>
        <p:spPr>
          <a:xfrm xmlns:a="http://schemas.openxmlformats.org/drawingml/2006/main">
            <a:off x="762000" y="511492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buNone/>
              <a:defRPr sz="1425" b="1">
                <a:solidFill>
                  <a:srgbClr val="1D2944"/>
                </a:solidFill>
                <a:latin typeface="NanumGothic"/>
                <a:ea typeface="NanumGothic"/>
                <a:cs typeface="NanumGothic"/>
              </a:defRPr>
            </a:lvl1pPr>
            <a:lvl2pPr algn="l">
              <a:buNone/>
              <a:defRPr sz="1425" b="1">
                <a:solidFill>
                  <a:srgbClr val="1D2944"/>
                </a:solidFill>
                <a:latin typeface="NanumGothic"/>
                <a:ea typeface="NanumGothic"/>
                <a:cs typeface="NanumGothic"/>
              </a:defRPr>
            </a:lvl2pPr>
            <a:lvl3pPr algn="l">
              <a:buNone/>
              <a:defRPr sz="1425" b="1">
                <a:solidFill>
                  <a:srgbClr val="1D2944"/>
                </a:solidFill>
                <a:latin typeface="NanumGothic"/>
                <a:ea typeface="NanumGothic"/>
                <a:cs typeface="NanumGothic"/>
              </a:defRPr>
            </a:lvl3pPr>
            <a:lvl4pPr algn="l">
              <a:buNone/>
              <a:defRPr sz="1425" b="1">
                <a:solidFill>
                  <a:srgbClr val="1D2944"/>
                </a:solidFill>
                <a:latin typeface="NanumGothic"/>
                <a:ea typeface="NanumGothic"/>
                <a:cs typeface="NanumGothic"/>
              </a:defRPr>
            </a:lvl4pPr>
            <a:lvl5pPr algn="l">
              <a:buNone/>
              <a:defRPr sz="1425" b="1">
                <a:solidFill>
                  <a:srgbClr val="1D2944"/>
                </a:solidFill>
                <a:latin typeface="NanumGothic"/>
                <a:ea typeface="NanumGothic"/>
                <a:cs typeface="NanumGothic"/>
              </a:defRPr>
            </a:lvl5pPr>
            <a:lvl6pPr algn="l">
              <a:buNone/>
              <a:defRPr sz="1425" b="1">
                <a:solidFill>
                  <a:srgbClr val="1D2944"/>
                </a:solidFill>
                <a:latin typeface="NanumGothic"/>
                <a:ea typeface="NanumGothic"/>
                <a:cs typeface="NanumGothic"/>
              </a:defRPr>
            </a:lvl6pPr>
            <a:lvl7pPr algn="l">
              <a:buNone/>
              <a:defRPr sz="1425" b="1">
                <a:solidFill>
                  <a:srgbClr val="1D2944"/>
                </a:solidFill>
                <a:latin typeface="NanumGothic"/>
                <a:ea typeface="NanumGothic"/>
                <a:cs typeface="NanumGothic"/>
              </a:defRPr>
            </a:lvl7pPr>
            <a:lvl8pPr algn="l">
              <a:buNone/>
              <a:defRPr sz="1425" b="1">
                <a:solidFill>
                  <a:srgbClr val="1D2944"/>
                </a:solidFill>
                <a:latin typeface="NanumGothic"/>
                <a:ea typeface="NanumGothic"/>
                <a:cs typeface="NanumGothic"/>
              </a:defRPr>
            </a:lvl8pPr>
            <a:lvl9pPr algn="l">
              <a:buNone/>
              <a:defRPr sz="1425" b="1">
                <a:solidFill>
                  <a:srgbClr val="1D2944"/>
                </a:solidFill>
                <a:latin typeface="NanumGothic"/>
                <a:ea typeface="NanumGothic"/>
                <a:cs typeface="NanumGothic"/>
              </a:defRPr>
            </a:lvl9pPr>
          </a:lstStyle>
          <a:p xmlns:a="http://schemas.openxmlformats.org/drawingml/2006/main">
            <a:pPr algn="l">
              <a:buNone/>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효과 주장</a:t>
            </a:r>
          </a:p>
        </p:txBody>
      </p:sp>
      <p:sp>
        <p:nvSpPr>
          <p:cNvPr id="24" name="">
            <a:extLst xmlns:a="http://schemas.openxmlformats.org/drawingml/2006/main">
              <a:ext uri="{FF2B5EF4-FFF2-40B4-BE49-F238E27FC236}">
                <a16:creationId xmlns:a16="http://schemas.microsoft.com/office/drawing/2014/main" id="{5062C554-5F30-4F82-8C34-2AB67825F5B7}"/>
              </a:ext>
            </a:extLst>
          </p:cNvPr>
          <p:cNvSpPr>
            <a:spLocks xmlns:a="http://schemas.openxmlformats.org/drawingml/2006/main" noGrp="1"/>
          </p:cNvSpPr>
          <p:nvPr/>
        </p:nvSpPr>
        <p:spPr>
          <a:xfrm xmlns:a="http://schemas.openxmlformats.org/drawingml/2006/main">
            <a:off x="3076575" y="511492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buNone/>
              <a:defRPr sz="1425" b="0">
                <a:solidFill>
                  <a:srgbClr val="1D2944"/>
                </a:solidFill>
                <a:latin typeface="NanumGothic"/>
                <a:ea typeface="NanumGothic"/>
                <a:cs typeface="NanumGothic"/>
              </a:defRPr>
            </a:lvl1pPr>
            <a:lvl2pPr algn="l">
              <a:buNone/>
              <a:defRPr sz="1425" b="0">
                <a:solidFill>
                  <a:srgbClr val="1D2944"/>
                </a:solidFill>
                <a:latin typeface="NanumGothic"/>
                <a:ea typeface="NanumGothic"/>
                <a:cs typeface="NanumGothic"/>
              </a:defRPr>
            </a:lvl2pPr>
            <a:lvl3pPr algn="l">
              <a:buNone/>
              <a:defRPr sz="1425" b="0">
                <a:solidFill>
                  <a:srgbClr val="1D2944"/>
                </a:solidFill>
                <a:latin typeface="NanumGothic"/>
                <a:ea typeface="NanumGothic"/>
                <a:cs typeface="NanumGothic"/>
              </a:defRPr>
            </a:lvl3pPr>
            <a:lvl4pPr algn="l">
              <a:buNone/>
              <a:defRPr sz="1425" b="0">
                <a:solidFill>
                  <a:srgbClr val="1D2944"/>
                </a:solidFill>
                <a:latin typeface="NanumGothic"/>
                <a:ea typeface="NanumGothic"/>
                <a:cs typeface="NanumGothic"/>
              </a:defRPr>
            </a:lvl4pPr>
            <a:lvl5pPr algn="l">
              <a:buNone/>
              <a:defRPr sz="1425" b="0">
                <a:solidFill>
                  <a:srgbClr val="1D2944"/>
                </a:solidFill>
                <a:latin typeface="NanumGothic"/>
                <a:ea typeface="NanumGothic"/>
                <a:cs typeface="NanumGothic"/>
              </a:defRPr>
            </a:lvl5pPr>
            <a:lvl6pPr algn="l">
              <a:buNone/>
              <a:defRPr sz="1425" b="0">
                <a:solidFill>
                  <a:srgbClr val="1D2944"/>
                </a:solidFill>
                <a:latin typeface="NanumGothic"/>
                <a:ea typeface="NanumGothic"/>
                <a:cs typeface="NanumGothic"/>
              </a:defRPr>
            </a:lvl6pPr>
            <a:lvl7pPr algn="l">
              <a:buNone/>
              <a:defRPr sz="1425" b="0">
                <a:solidFill>
                  <a:srgbClr val="1D2944"/>
                </a:solidFill>
                <a:latin typeface="NanumGothic"/>
                <a:ea typeface="NanumGothic"/>
                <a:cs typeface="NanumGothic"/>
              </a:defRPr>
            </a:lvl7pPr>
            <a:lvl8pPr algn="l">
              <a:buNone/>
              <a:defRPr sz="1425" b="0">
                <a:solidFill>
                  <a:srgbClr val="1D2944"/>
                </a:solidFill>
                <a:latin typeface="NanumGothic"/>
                <a:ea typeface="NanumGothic"/>
                <a:cs typeface="NanumGothic"/>
              </a:defRPr>
            </a:lvl8pPr>
            <a:lvl9pPr algn="l">
              <a:buNone/>
              <a:defRPr sz="1425" b="0">
                <a:solidFill>
                  <a:srgbClr val="1D2944"/>
                </a:solidFill>
                <a:latin typeface="NanumGothic"/>
                <a:ea typeface="NanumGothic"/>
                <a:cs typeface="NanumGothic"/>
              </a:defRPr>
            </a:lvl9pPr>
          </a:lstStyle>
          <a:p xmlns:a="http://schemas.openxmlformats.org/drawingml/2006/main">
            <a:pPr algn="l">
              <a:buNone/>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실제 사용자 검증 없음</a:t>
            </a:r>
          </a:p>
        </p:txBody>
      </p:sp>
      <p:sp>
        <p:nvSpPr>
          <p:cNvPr id="25" name="">
            <a:extLst xmlns:a="http://schemas.openxmlformats.org/drawingml/2006/main">
              <a:ext uri="{FF2B5EF4-FFF2-40B4-BE49-F238E27FC236}">
                <a16:creationId xmlns:a16="http://schemas.microsoft.com/office/drawing/2014/main" id="{1BF207A1-3BAB-4848-89AB-251A1DE6CD1A}"/>
              </a:ext>
            </a:extLst>
          </p:cNvPr>
          <p:cNvSpPr>
            <a:spLocks xmlns:a="http://schemas.openxmlformats.org/drawingml/2006/main" noGrp="1"/>
          </p:cNvSpPr>
          <p:nvPr/>
        </p:nvSpPr>
        <p:spPr>
          <a:xfrm xmlns:a="http://schemas.openxmlformats.org/drawingml/2006/main">
            <a:off x="7715250" y="511492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검증 전 가설</a:t>
            </a:r>
          </a:p>
        </p:txBody>
      </p:sp>
      <p:sp>
        <p:nvSpPr>
          <p:cNvPr id="26" name="">
            <a:extLst xmlns:a="http://schemas.openxmlformats.org/drawingml/2006/main">
              <a:ext uri="{FF2B5EF4-FFF2-40B4-BE49-F238E27FC236}">
                <a16:creationId xmlns:a16="http://schemas.microsoft.com/office/drawing/2014/main" id="{E308215D-B09A-4758-A2B9-C3C3E7CB4BC1}"/>
              </a:ext>
            </a:extLst>
          </p:cNvPr>
          <p:cNvSpPr>
            <a:spLocks xmlns:a="http://schemas.openxmlformats.org/drawingml/2006/main" noGrp="1"/>
          </p:cNvSpPr>
          <p:nvPr/>
        </p:nvSpPr>
        <p:spPr>
          <a:xfrm xmlns:a="http://schemas.openxmlformats.org/drawingml/2006/main">
            <a:off x="733425" y="585787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DB262A-E827-4152-87D1-16B5C76410AF}"/>
              </a:ext>
            </a:extLst>
          </p:cNvPr>
          <p:cNvSpPr>
            <a:spLocks xmlns:a="http://schemas.openxmlformats.org/drawingml/2006/main" noGrp="1"/>
          </p:cNvSpPr>
          <p:nvPr/>
        </p:nvSpPr>
        <p:spPr>
          <a:xfrm xmlns:a="http://schemas.openxmlformats.org/drawingml/2006/main">
            <a:off x="742950" y="61722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F7083"/>
                </a:solidFill>
                <a:latin typeface="NanumGothic"/>
                <a:ea typeface="NanumGothic"/>
                <a:cs typeface="NanumGothic"/>
              </a:defRPr>
            </a:defPPr>
            <a:lvl1pPr algn="l">
              <a:buNone/>
              <a:defRPr sz="1050" b="0">
                <a:solidFill>
                  <a:srgbClr val="5F7083"/>
                </a:solidFill>
                <a:latin typeface="NanumGothic"/>
                <a:ea typeface="NanumGothic"/>
                <a:cs typeface="NanumGothic"/>
              </a:defRPr>
            </a:lvl1pPr>
            <a:lvl2pPr algn="l">
              <a:buNone/>
              <a:defRPr sz="1050" b="0">
                <a:solidFill>
                  <a:srgbClr val="5F7083"/>
                </a:solidFill>
                <a:latin typeface="NanumGothic"/>
                <a:ea typeface="NanumGothic"/>
                <a:cs typeface="NanumGothic"/>
              </a:defRPr>
            </a:lvl2pPr>
            <a:lvl3pPr algn="l">
              <a:buNone/>
              <a:defRPr sz="1050" b="0">
                <a:solidFill>
                  <a:srgbClr val="5F7083"/>
                </a:solidFill>
                <a:latin typeface="NanumGothic"/>
                <a:ea typeface="NanumGothic"/>
                <a:cs typeface="NanumGothic"/>
              </a:defRPr>
            </a:lvl3pPr>
            <a:lvl4pPr algn="l">
              <a:buNone/>
              <a:defRPr sz="1050" b="0">
                <a:solidFill>
                  <a:srgbClr val="5F7083"/>
                </a:solidFill>
                <a:latin typeface="NanumGothic"/>
                <a:ea typeface="NanumGothic"/>
                <a:cs typeface="NanumGothic"/>
              </a:defRPr>
            </a:lvl4pPr>
            <a:lvl5pPr algn="l">
              <a:buNone/>
              <a:defRPr sz="1050" b="0">
                <a:solidFill>
                  <a:srgbClr val="5F7083"/>
                </a:solidFill>
                <a:latin typeface="NanumGothic"/>
                <a:ea typeface="NanumGothic"/>
                <a:cs typeface="NanumGothic"/>
              </a:defRPr>
            </a:lvl5pPr>
            <a:lvl6pPr algn="l">
              <a:buNone/>
              <a:defRPr sz="1050" b="0">
                <a:solidFill>
                  <a:srgbClr val="5F7083"/>
                </a:solidFill>
                <a:latin typeface="NanumGothic"/>
                <a:ea typeface="NanumGothic"/>
                <a:cs typeface="NanumGothic"/>
              </a:defRPr>
            </a:lvl6pPr>
            <a:lvl7pPr algn="l">
              <a:buNone/>
              <a:defRPr sz="1050" b="0">
                <a:solidFill>
                  <a:srgbClr val="5F7083"/>
                </a:solidFill>
                <a:latin typeface="NanumGothic"/>
                <a:ea typeface="NanumGothic"/>
                <a:cs typeface="NanumGothic"/>
              </a:defRPr>
            </a:lvl7pPr>
            <a:lvl8pPr algn="l">
              <a:buNone/>
              <a:defRPr sz="1050" b="0">
                <a:solidFill>
                  <a:srgbClr val="5F7083"/>
                </a:solidFill>
                <a:latin typeface="NanumGothic"/>
                <a:ea typeface="NanumGothic"/>
                <a:cs typeface="NanumGothic"/>
              </a:defRPr>
            </a:lvl8pPr>
            <a:lvl9pPr algn="l">
              <a:buNone/>
              <a:defRPr sz="1050" b="0">
                <a:solidFill>
                  <a:srgbClr val="5F7083"/>
                </a:solidFill>
                <a:latin typeface="NanumGothic"/>
                <a:ea typeface="NanumGothic"/>
                <a:cs typeface="NanumGothic"/>
              </a:defRPr>
            </a:lvl9pPr>
          </a:lstStyle>
          <a:p xmlns:a="http://schemas.openxmlformats.org/drawingml/2006/main">
            <a:pPr algn="l">
              <a:buNone/>
              <a:defRPr sz="1050" b="0">
                <a:solidFill>
                  <a:srgbClr val="5F7083"/>
                </a:solidFill>
                <a:latin typeface="NanumGothic"/>
                <a:ea typeface="NanumGothic"/>
                <a:cs typeface="NanumGothic"/>
              </a:defRPr>
            </a:pPr>
            <a:r>
              <a:rPr sz="1050" b="0">
                <a:solidFill>
                  <a:srgbClr val="5F7083"/>
                </a:solidFill>
                <a:latin typeface="NanumGothic"/>
                <a:ea typeface="NanumGothic"/>
                <a:cs typeface="NanumGothic"/>
              </a:rPr>
              <a:t>판단 근거와 prompt-log: docs/06_셀프논증.md, docs/07_prompt-log.md</a:t>
            </a:r>
          </a:p>
        </p:txBody>
      </p:sp>
    </p:spTree>
    <p:extLst>
      <p:ext uri="{BB962C8B-B14F-4D97-AF65-F5344CB8AC3E}">
        <p14:creationId xmlns:p14="http://schemas.microsoft.com/office/powerpoint/2010/main" val="1579858272"/>
      </p:ext>
    </p:extLst>
  </p:cSld>
</p:sld>
</file>

<file path=ppt/slides/slide1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13CD167-3172-4C21-876D-85F65BB670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567C51-F86F-4A37-891F-8F1CA50E1881}"/>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buNone/>
              <a:defRPr sz="3150" b="1">
                <a:solidFill>
                  <a:srgbClr val="1D2944"/>
                </a:solidFill>
                <a:latin typeface="NanumGothic"/>
                <a:ea typeface="NanumGothic"/>
                <a:cs typeface="NanumGothic"/>
              </a:defRPr>
            </a:lvl1pPr>
            <a:lvl2pPr algn="l">
              <a:buNone/>
              <a:defRPr sz="3150" b="1">
                <a:solidFill>
                  <a:srgbClr val="1D2944"/>
                </a:solidFill>
                <a:latin typeface="NanumGothic"/>
                <a:ea typeface="NanumGothic"/>
                <a:cs typeface="NanumGothic"/>
              </a:defRPr>
            </a:lvl2pPr>
            <a:lvl3pPr algn="l">
              <a:buNone/>
              <a:defRPr sz="3150" b="1">
                <a:solidFill>
                  <a:srgbClr val="1D2944"/>
                </a:solidFill>
                <a:latin typeface="NanumGothic"/>
                <a:ea typeface="NanumGothic"/>
                <a:cs typeface="NanumGothic"/>
              </a:defRPr>
            </a:lvl3pPr>
            <a:lvl4pPr algn="l">
              <a:buNone/>
              <a:defRPr sz="3150" b="1">
                <a:solidFill>
                  <a:srgbClr val="1D2944"/>
                </a:solidFill>
                <a:latin typeface="NanumGothic"/>
                <a:ea typeface="NanumGothic"/>
                <a:cs typeface="NanumGothic"/>
              </a:defRPr>
            </a:lvl4pPr>
            <a:lvl5pPr algn="l">
              <a:buNone/>
              <a:defRPr sz="3150" b="1">
                <a:solidFill>
                  <a:srgbClr val="1D2944"/>
                </a:solidFill>
                <a:latin typeface="NanumGothic"/>
                <a:ea typeface="NanumGothic"/>
                <a:cs typeface="NanumGothic"/>
              </a:defRPr>
            </a:lvl5pPr>
            <a:lvl6pPr algn="l">
              <a:buNone/>
              <a:defRPr sz="3150" b="1">
                <a:solidFill>
                  <a:srgbClr val="1D2944"/>
                </a:solidFill>
                <a:latin typeface="NanumGothic"/>
                <a:ea typeface="NanumGothic"/>
                <a:cs typeface="NanumGothic"/>
              </a:defRPr>
            </a:lvl6pPr>
            <a:lvl7pPr algn="l">
              <a:buNone/>
              <a:defRPr sz="3150" b="1">
                <a:solidFill>
                  <a:srgbClr val="1D2944"/>
                </a:solidFill>
                <a:latin typeface="NanumGothic"/>
                <a:ea typeface="NanumGothic"/>
                <a:cs typeface="NanumGothic"/>
              </a:defRPr>
            </a:lvl7pPr>
            <a:lvl8pPr algn="l">
              <a:buNone/>
              <a:defRPr sz="3150" b="1">
                <a:solidFill>
                  <a:srgbClr val="1D2944"/>
                </a:solidFill>
                <a:latin typeface="NanumGothic"/>
                <a:ea typeface="NanumGothic"/>
                <a:cs typeface="NanumGothic"/>
              </a:defRPr>
            </a:lvl8pPr>
            <a:lvl9pPr algn="l">
              <a:buNone/>
              <a:defRPr sz="3150" b="1">
                <a:solidFill>
                  <a:srgbClr val="1D2944"/>
                </a:solidFill>
                <a:latin typeface="NanumGothic"/>
                <a:ea typeface="NanumGothic"/>
                <a:cs typeface="NanumGothic"/>
              </a:defRPr>
            </a:lvl9pPr>
          </a:lstStyle>
          <a:p xmlns:a="http://schemas.openxmlformats.org/drawingml/2006/main">
            <a:pPr algn="l">
              <a:buNone/>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B5  화면 기획 상세 · P01~P10</a:t>
            </a:r>
          </a:p>
        </p:txBody>
      </p:sp>
      <p:sp>
        <p:nvSpPr>
          <p:cNvPr id="3" name="">
            <a:extLst xmlns:a="http://schemas.openxmlformats.org/drawingml/2006/main">
              <a:ext uri="{FF2B5EF4-FFF2-40B4-BE49-F238E27FC236}">
                <a16:creationId xmlns:a16="http://schemas.microsoft.com/office/drawing/2014/main" id="{7F55834B-B7CF-4602-B387-6CC11C4F4807}"/>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buNone/>
              <a:defRPr sz="1350" b="0">
                <a:solidFill>
                  <a:srgbClr val="5F7083"/>
                </a:solidFill>
                <a:latin typeface="NanumGothic"/>
                <a:ea typeface="NanumGothic"/>
                <a:cs typeface="NanumGothic"/>
              </a:defRPr>
            </a:lvl1pPr>
            <a:lvl2pPr algn="l">
              <a:buNone/>
              <a:defRPr sz="1350" b="0">
                <a:solidFill>
                  <a:srgbClr val="5F7083"/>
                </a:solidFill>
                <a:latin typeface="NanumGothic"/>
                <a:ea typeface="NanumGothic"/>
                <a:cs typeface="NanumGothic"/>
              </a:defRPr>
            </a:lvl2pPr>
            <a:lvl3pPr algn="l">
              <a:buNone/>
              <a:defRPr sz="1350" b="0">
                <a:solidFill>
                  <a:srgbClr val="5F7083"/>
                </a:solidFill>
                <a:latin typeface="NanumGothic"/>
                <a:ea typeface="NanumGothic"/>
                <a:cs typeface="NanumGothic"/>
              </a:defRPr>
            </a:lvl3pPr>
            <a:lvl4pPr algn="l">
              <a:buNone/>
              <a:defRPr sz="1350" b="0">
                <a:solidFill>
                  <a:srgbClr val="5F7083"/>
                </a:solidFill>
                <a:latin typeface="NanumGothic"/>
                <a:ea typeface="NanumGothic"/>
                <a:cs typeface="NanumGothic"/>
              </a:defRPr>
            </a:lvl4pPr>
            <a:lvl5pPr algn="l">
              <a:buNone/>
              <a:defRPr sz="1350" b="0">
                <a:solidFill>
                  <a:srgbClr val="5F7083"/>
                </a:solidFill>
                <a:latin typeface="NanumGothic"/>
                <a:ea typeface="NanumGothic"/>
                <a:cs typeface="NanumGothic"/>
              </a:defRPr>
            </a:lvl5pPr>
            <a:lvl6pPr algn="l">
              <a:buNone/>
              <a:defRPr sz="1350" b="0">
                <a:solidFill>
                  <a:srgbClr val="5F7083"/>
                </a:solidFill>
                <a:latin typeface="NanumGothic"/>
                <a:ea typeface="NanumGothic"/>
                <a:cs typeface="NanumGothic"/>
              </a:defRPr>
            </a:lvl6pPr>
            <a:lvl7pPr algn="l">
              <a:buNone/>
              <a:defRPr sz="1350" b="0">
                <a:solidFill>
                  <a:srgbClr val="5F7083"/>
                </a:solidFill>
                <a:latin typeface="NanumGothic"/>
                <a:ea typeface="NanumGothic"/>
                <a:cs typeface="NanumGothic"/>
              </a:defRPr>
            </a:lvl7pPr>
            <a:lvl8pPr algn="l">
              <a:buNone/>
              <a:defRPr sz="1350" b="0">
                <a:solidFill>
                  <a:srgbClr val="5F7083"/>
                </a:solidFill>
                <a:latin typeface="NanumGothic"/>
                <a:ea typeface="NanumGothic"/>
                <a:cs typeface="NanumGothic"/>
              </a:defRPr>
            </a:lvl8pPr>
            <a:lvl9pPr algn="l">
              <a:buNone/>
              <a:defRPr sz="1350" b="0">
                <a:solidFill>
                  <a:srgbClr val="5F7083"/>
                </a:solidFill>
                <a:latin typeface="NanumGothic"/>
                <a:ea typeface="NanumGothic"/>
                <a:cs typeface="NanumGothic"/>
              </a:defRPr>
            </a:lvl9pPr>
          </a:lstStyle>
          <a:p xmlns:a="http://schemas.openxmlformats.org/drawingml/2006/main">
            <a:pPr algn="l">
              <a:buNone/>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번호 · 화면 목적 · Flutter UI 구성 · 상태 포인트</a:t>
            </a:r>
          </a:p>
        </p:txBody>
      </p:sp>
      <p:sp>
        <p:nvSpPr>
          <p:cNvPr id="4" name="">
            <a:extLst xmlns:a="http://schemas.openxmlformats.org/drawingml/2006/main">
              <a:ext uri="{FF2B5EF4-FFF2-40B4-BE49-F238E27FC236}">
                <a16:creationId xmlns:a16="http://schemas.microsoft.com/office/drawing/2014/main" id="{E144039D-7995-4725-8FBB-5131832A41D8}"/>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598288-CF3E-4237-B356-4FA74B0C87AF}"/>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buNone/>
              <a:defRPr sz="900" b="0">
                <a:solidFill>
                  <a:srgbClr val="5F7083"/>
                </a:solidFill>
                <a:latin typeface="NanumGothic"/>
                <a:ea typeface="NanumGothic"/>
                <a:cs typeface="NanumGothic"/>
              </a:defRPr>
            </a:lvl1pPr>
            <a:lvl2pPr algn="l">
              <a:buNone/>
              <a:defRPr sz="900" b="0">
                <a:solidFill>
                  <a:srgbClr val="5F7083"/>
                </a:solidFill>
                <a:latin typeface="NanumGothic"/>
                <a:ea typeface="NanumGothic"/>
                <a:cs typeface="NanumGothic"/>
              </a:defRPr>
            </a:lvl2pPr>
            <a:lvl3pPr algn="l">
              <a:buNone/>
              <a:defRPr sz="900" b="0">
                <a:solidFill>
                  <a:srgbClr val="5F7083"/>
                </a:solidFill>
                <a:latin typeface="NanumGothic"/>
                <a:ea typeface="NanumGothic"/>
                <a:cs typeface="NanumGothic"/>
              </a:defRPr>
            </a:lvl3pPr>
            <a:lvl4pPr algn="l">
              <a:buNone/>
              <a:defRPr sz="900" b="0">
                <a:solidFill>
                  <a:srgbClr val="5F7083"/>
                </a:solidFill>
                <a:latin typeface="NanumGothic"/>
                <a:ea typeface="NanumGothic"/>
                <a:cs typeface="NanumGothic"/>
              </a:defRPr>
            </a:lvl4pPr>
            <a:lvl5pPr algn="l">
              <a:buNone/>
              <a:defRPr sz="900" b="0">
                <a:solidFill>
                  <a:srgbClr val="5F7083"/>
                </a:solidFill>
                <a:latin typeface="NanumGothic"/>
                <a:ea typeface="NanumGothic"/>
                <a:cs typeface="NanumGothic"/>
              </a:defRPr>
            </a:lvl5pPr>
            <a:lvl6pPr algn="l">
              <a:buNone/>
              <a:defRPr sz="900" b="0">
                <a:solidFill>
                  <a:srgbClr val="5F7083"/>
                </a:solidFill>
                <a:latin typeface="NanumGothic"/>
                <a:ea typeface="NanumGothic"/>
                <a:cs typeface="NanumGothic"/>
              </a:defRPr>
            </a:lvl6pPr>
            <a:lvl7pPr algn="l">
              <a:buNone/>
              <a:defRPr sz="900" b="0">
                <a:solidFill>
                  <a:srgbClr val="5F7083"/>
                </a:solidFill>
                <a:latin typeface="NanumGothic"/>
                <a:ea typeface="NanumGothic"/>
                <a:cs typeface="NanumGothic"/>
              </a:defRPr>
            </a:lvl7pPr>
            <a:lvl8pPr algn="l">
              <a:buNone/>
              <a:defRPr sz="900" b="0">
                <a:solidFill>
                  <a:srgbClr val="5F7083"/>
                </a:solidFill>
                <a:latin typeface="NanumGothic"/>
                <a:ea typeface="NanumGothic"/>
                <a:cs typeface="NanumGothic"/>
              </a:defRPr>
            </a:lvl8pPr>
            <a:lvl9pPr algn="l">
              <a:buNone/>
              <a:defRPr sz="900" b="0">
                <a:solidFill>
                  <a:srgbClr val="5F7083"/>
                </a:solidFill>
                <a:latin typeface="NanumGothic"/>
                <a:ea typeface="NanumGothic"/>
                <a:cs typeface="NanumGothic"/>
              </a:defRPr>
            </a:lvl9pPr>
          </a:lstStyle>
          <a:p xmlns:a="http://schemas.openxmlformats.org/drawingml/2006/main">
            <a:pPr algn="l">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5F7776D1-2D4D-46C5-8841-07204FEF9A20}"/>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buNone/>
              <a:defRPr sz="900" b="0">
                <a:solidFill>
                  <a:srgbClr val="5F7083"/>
                </a:solidFill>
                <a:latin typeface="NanumGothic"/>
                <a:ea typeface="NanumGothic"/>
                <a:cs typeface="NanumGothic"/>
              </a:defRPr>
            </a:lvl1pPr>
            <a:lvl2pPr algn="r">
              <a:buNone/>
              <a:defRPr sz="900" b="0">
                <a:solidFill>
                  <a:srgbClr val="5F7083"/>
                </a:solidFill>
                <a:latin typeface="NanumGothic"/>
                <a:ea typeface="NanumGothic"/>
                <a:cs typeface="NanumGothic"/>
              </a:defRPr>
            </a:lvl2pPr>
            <a:lvl3pPr algn="r">
              <a:buNone/>
              <a:defRPr sz="900" b="0">
                <a:solidFill>
                  <a:srgbClr val="5F7083"/>
                </a:solidFill>
                <a:latin typeface="NanumGothic"/>
                <a:ea typeface="NanumGothic"/>
                <a:cs typeface="NanumGothic"/>
              </a:defRPr>
            </a:lvl3pPr>
            <a:lvl4pPr algn="r">
              <a:buNone/>
              <a:defRPr sz="900" b="0">
                <a:solidFill>
                  <a:srgbClr val="5F7083"/>
                </a:solidFill>
                <a:latin typeface="NanumGothic"/>
                <a:ea typeface="NanumGothic"/>
                <a:cs typeface="NanumGothic"/>
              </a:defRPr>
            </a:lvl4pPr>
            <a:lvl5pPr algn="r">
              <a:buNone/>
              <a:defRPr sz="900" b="0">
                <a:solidFill>
                  <a:srgbClr val="5F7083"/>
                </a:solidFill>
                <a:latin typeface="NanumGothic"/>
                <a:ea typeface="NanumGothic"/>
                <a:cs typeface="NanumGothic"/>
              </a:defRPr>
            </a:lvl5pPr>
            <a:lvl6pPr algn="r">
              <a:buNone/>
              <a:defRPr sz="900" b="0">
                <a:solidFill>
                  <a:srgbClr val="5F7083"/>
                </a:solidFill>
                <a:latin typeface="NanumGothic"/>
                <a:ea typeface="NanumGothic"/>
                <a:cs typeface="NanumGothic"/>
              </a:defRPr>
            </a:lvl6pPr>
            <a:lvl7pPr algn="r">
              <a:buNone/>
              <a:defRPr sz="900" b="0">
                <a:solidFill>
                  <a:srgbClr val="5F7083"/>
                </a:solidFill>
                <a:latin typeface="NanumGothic"/>
                <a:ea typeface="NanumGothic"/>
                <a:cs typeface="NanumGothic"/>
              </a:defRPr>
            </a:lvl7pPr>
            <a:lvl8pPr algn="r">
              <a:buNone/>
              <a:defRPr sz="900" b="0">
                <a:solidFill>
                  <a:srgbClr val="5F7083"/>
                </a:solidFill>
                <a:latin typeface="NanumGothic"/>
                <a:ea typeface="NanumGothic"/>
                <a:cs typeface="NanumGothic"/>
              </a:defRPr>
            </a:lvl8pPr>
            <a:lvl9pPr algn="r">
              <a:buNone/>
              <a:defRPr sz="900" b="0">
                <a:solidFill>
                  <a:srgbClr val="5F7083"/>
                </a:solidFill>
                <a:latin typeface="NanumGothic"/>
                <a:ea typeface="NanumGothic"/>
                <a:cs typeface="NanumGothic"/>
              </a:defRPr>
            </a:lvl9pPr>
          </a:lstStyle>
          <a:p xmlns:a="http://schemas.openxmlformats.org/drawingml/2006/main">
            <a:pPr algn="r">
              <a:buNone/>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B5</a:t>
            </a:r>
          </a:p>
        </p:txBody>
      </p:sp>
      <p:sp>
        <p:nvSpPr>
          <p:cNvPr id="7" name="">
            <a:extLst xmlns:a="http://schemas.openxmlformats.org/drawingml/2006/main">
              <a:ext uri="{FF2B5EF4-FFF2-40B4-BE49-F238E27FC236}">
                <a16:creationId xmlns:a16="http://schemas.microsoft.com/office/drawing/2014/main" id="{23FD1CFF-3255-4D72-A83C-BBFF9A310E20}"/>
              </a:ext>
            </a:extLst>
          </p:cNvPr>
          <p:cNvSpPr>
            <a:spLocks xmlns:a="http://schemas.openxmlformats.org/drawingml/2006/main" noGrp="1"/>
          </p:cNvSpPr>
          <p:nvPr/>
        </p:nvSpPr>
        <p:spPr>
          <a:xfrm xmlns:a="http://schemas.openxmlformats.org/drawingml/2006/main">
            <a:off x="762000" y="20002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P01  오늘       Card + 진행률 + 목록</a:t>
            </a:r>
          </a:p>
        </p:txBody>
      </p:sp>
      <p:sp>
        <p:nvSpPr>
          <p:cNvPr id="8" name="">
            <a:extLst xmlns:a="http://schemas.openxmlformats.org/drawingml/2006/main">
              <a:ext uri="{FF2B5EF4-FFF2-40B4-BE49-F238E27FC236}">
                <a16:creationId xmlns:a16="http://schemas.microsoft.com/office/drawing/2014/main" id="{6850085A-E494-4B5C-A6A2-59A7A8FBAABF}"/>
              </a:ext>
            </a:extLst>
          </p:cNvPr>
          <p:cNvSpPr>
            <a:spLocks xmlns:a="http://schemas.openxmlformats.org/drawingml/2006/main" noGrp="1"/>
          </p:cNvSpPr>
          <p:nvPr/>
        </p:nvSpPr>
        <p:spPr>
          <a:xfrm xmlns:a="http://schemas.openxmlformats.org/drawingml/2006/main">
            <a:off x="6315075" y="20002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P06  빠른 추가   BottomSheet + TextField</a:t>
            </a:r>
          </a:p>
        </p:txBody>
      </p:sp>
      <p:sp>
        <p:nvSpPr>
          <p:cNvPr id="9" name="">
            <a:extLst xmlns:a="http://schemas.openxmlformats.org/drawingml/2006/main">
              <a:ext uri="{FF2B5EF4-FFF2-40B4-BE49-F238E27FC236}">
                <a16:creationId xmlns:a16="http://schemas.microsoft.com/office/drawing/2014/main" id="{CDB7A620-9791-42B4-BE64-AB84C22E8ED4}"/>
              </a:ext>
            </a:extLst>
          </p:cNvPr>
          <p:cNvSpPr>
            <a:spLocks xmlns:a="http://schemas.openxmlformats.org/drawingml/2006/main" noGrp="1"/>
          </p:cNvSpPr>
          <p:nvPr/>
        </p:nvSpPr>
        <p:spPr>
          <a:xfrm xmlns:a="http://schemas.openxmlformats.org/drawingml/2006/main">
            <a:off x="762000" y="252412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527A0D-C4FE-42EC-8845-249106A02021}"/>
              </a:ext>
            </a:extLst>
          </p:cNvPr>
          <p:cNvSpPr>
            <a:spLocks xmlns:a="http://schemas.openxmlformats.org/drawingml/2006/main" noGrp="1"/>
          </p:cNvSpPr>
          <p:nvPr/>
        </p:nvSpPr>
        <p:spPr>
          <a:xfrm xmlns:a="http://schemas.openxmlformats.org/drawingml/2006/main">
            <a:off x="762000" y="267652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P02  전체       ListView + Checkbox</a:t>
            </a:r>
          </a:p>
        </p:txBody>
      </p:sp>
      <p:sp>
        <p:nvSpPr>
          <p:cNvPr id="11" name="">
            <a:extLst xmlns:a="http://schemas.openxmlformats.org/drawingml/2006/main">
              <a:ext uri="{FF2B5EF4-FFF2-40B4-BE49-F238E27FC236}">
                <a16:creationId xmlns:a16="http://schemas.microsoft.com/office/drawing/2014/main" id="{06EB0487-8FB6-450D-BB15-45D3BE161212}"/>
              </a:ext>
            </a:extLst>
          </p:cNvPr>
          <p:cNvSpPr>
            <a:spLocks xmlns:a="http://schemas.openxmlformats.org/drawingml/2006/main" noGrp="1"/>
          </p:cNvSpPr>
          <p:nvPr/>
        </p:nvSpPr>
        <p:spPr>
          <a:xfrm xmlns:a="http://schemas.openxmlformats.org/drawingml/2006/main">
            <a:off x="6315075" y="267652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P07  분류 필터   BottomSheet + Chip</a:t>
            </a:r>
          </a:p>
        </p:txBody>
      </p:sp>
      <p:sp>
        <p:nvSpPr>
          <p:cNvPr id="12" name="">
            <a:extLst xmlns:a="http://schemas.openxmlformats.org/drawingml/2006/main">
              <a:ext uri="{FF2B5EF4-FFF2-40B4-BE49-F238E27FC236}">
                <a16:creationId xmlns:a16="http://schemas.microsoft.com/office/drawing/2014/main" id="{8ECAB4AA-3138-459E-9EA3-4ABCBA402601}"/>
              </a:ext>
            </a:extLst>
          </p:cNvPr>
          <p:cNvSpPr>
            <a:spLocks xmlns:a="http://schemas.openxmlformats.org/drawingml/2006/main" noGrp="1"/>
          </p:cNvSpPr>
          <p:nvPr/>
        </p:nvSpPr>
        <p:spPr>
          <a:xfrm xmlns:a="http://schemas.openxmlformats.org/drawingml/2006/main">
            <a:off x="762000" y="3200400"/>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D0104B-A3DA-46E5-80C4-5B02077AE9B5}"/>
              </a:ext>
            </a:extLst>
          </p:cNvPr>
          <p:cNvSpPr>
            <a:spLocks xmlns:a="http://schemas.openxmlformats.org/drawingml/2006/main" noGrp="1"/>
          </p:cNvSpPr>
          <p:nvPr/>
        </p:nvSpPr>
        <p:spPr>
          <a:xfrm xmlns:a="http://schemas.openxmlformats.org/drawingml/2006/main">
            <a:off x="762000" y="335280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P03  예정       미래 마감 필터</a:t>
            </a:r>
          </a:p>
        </p:txBody>
      </p:sp>
      <p:sp>
        <p:nvSpPr>
          <p:cNvPr id="14" name="">
            <a:extLst xmlns:a="http://schemas.openxmlformats.org/drawingml/2006/main">
              <a:ext uri="{FF2B5EF4-FFF2-40B4-BE49-F238E27FC236}">
                <a16:creationId xmlns:a16="http://schemas.microsoft.com/office/drawing/2014/main" id="{DDF462F6-95C6-4058-AF28-91D5127529D2}"/>
              </a:ext>
            </a:extLst>
          </p:cNvPr>
          <p:cNvSpPr>
            <a:spLocks xmlns:a="http://schemas.openxmlformats.org/drawingml/2006/main" noGrp="1"/>
          </p:cNvSpPr>
          <p:nvPr/>
        </p:nvSpPr>
        <p:spPr>
          <a:xfrm xmlns:a="http://schemas.openxmlformats.org/drawingml/2006/main">
            <a:off x="6315075" y="335280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P08  로딩       요청 중 표시</a:t>
            </a:r>
          </a:p>
        </p:txBody>
      </p:sp>
      <p:sp>
        <p:nvSpPr>
          <p:cNvPr id="15" name="">
            <a:extLst xmlns:a="http://schemas.openxmlformats.org/drawingml/2006/main">
              <a:ext uri="{FF2B5EF4-FFF2-40B4-BE49-F238E27FC236}">
                <a16:creationId xmlns:a16="http://schemas.microsoft.com/office/drawing/2014/main" id="{B0044E82-1490-45EC-94EB-F604B4D8EE6B}"/>
              </a:ext>
            </a:extLst>
          </p:cNvPr>
          <p:cNvSpPr>
            <a:spLocks xmlns:a="http://schemas.openxmlformats.org/drawingml/2006/main" noGrp="1"/>
          </p:cNvSpPr>
          <p:nvPr/>
        </p:nvSpPr>
        <p:spPr>
          <a:xfrm xmlns:a="http://schemas.openxmlformats.org/drawingml/2006/main">
            <a:off x="762000" y="387667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D5F6021-E71E-4822-93B0-013544ADEC70}"/>
              </a:ext>
            </a:extLst>
          </p:cNvPr>
          <p:cNvSpPr>
            <a:spLocks xmlns:a="http://schemas.openxmlformats.org/drawingml/2006/main" noGrp="1"/>
          </p:cNvSpPr>
          <p:nvPr/>
        </p:nvSpPr>
        <p:spPr>
          <a:xfrm xmlns:a="http://schemas.openxmlformats.org/drawingml/2006/main">
            <a:off x="762000" y="402907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P04  완료함     복구 가능 목록</a:t>
            </a:r>
          </a:p>
        </p:txBody>
      </p:sp>
      <p:sp>
        <p:nvSpPr>
          <p:cNvPr id="17" name="">
            <a:extLst xmlns:a="http://schemas.openxmlformats.org/drawingml/2006/main">
              <a:ext uri="{FF2B5EF4-FFF2-40B4-BE49-F238E27FC236}">
                <a16:creationId xmlns:a16="http://schemas.microsoft.com/office/drawing/2014/main" id="{C9468B68-41B1-4376-9571-618A63C194AD}"/>
              </a:ext>
            </a:extLst>
          </p:cNvPr>
          <p:cNvSpPr>
            <a:spLocks xmlns:a="http://schemas.openxmlformats.org/drawingml/2006/main" noGrp="1"/>
          </p:cNvSpPr>
          <p:nvPr/>
        </p:nvSpPr>
        <p:spPr>
          <a:xfrm xmlns:a="http://schemas.openxmlformats.org/drawingml/2006/main">
            <a:off x="6315075" y="402907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P09  오류       이유 + 재시도</a:t>
            </a:r>
          </a:p>
        </p:txBody>
      </p:sp>
      <p:sp>
        <p:nvSpPr>
          <p:cNvPr id="18" name="">
            <a:extLst xmlns:a="http://schemas.openxmlformats.org/drawingml/2006/main">
              <a:ext uri="{FF2B5EF4-FFF2-40B4-BE49-F238E27FC236}">
                <a16:creationId xmlns:a16="http://schemas.microsoft.com/office/drawing/2014/main" id="{78E7359E-29EE-46AA-9A10-6C1D6331B6CD}"/>
              </a:ext>
            </a:extLst>
          </p:cNvPr>
          <p:cNvSpPr>
            <a:spLocks xmlns:a="http://schemas.openxmlformats.org/drawingml/2006/main" noGrp="1"/>
          </p:cNvSpPr>
          <p:nvPr/>
        </p:nvSpPr>
        <p:spPr>
          <a:xfrm xmlns:a="http://schemas.openxmlformats.org/drawingml/2006/main">
            <a:off x="762000" y="4552950"/>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B225D7-4E31-4ACA-9C5B-F2ABF8C66D77}"/>
              </a:ext>
            </a:extLst>
          </p:cNvPr>
          <p:cNvSpPr>
            <a:spLocks xmlns:a="http://schemas.openxmlformats.org/drawingml/2006/main" noGrp="1"/>
          </p:cNvSpPr>
          <p:nvPr/>
        </p:nvSpPr>
        <p:spPr>
          <a:xfrm xmlns:a="http://schemas.openxmlformats.org/drawingml/2006/main">
            <a:off x="762000" y="47053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P05  상세       Navigator.push/pop</a:t>
            </a:r>
          </a:p>
        </p:txBody>
      </p:sp>
      <p:sp>
        <p:nvSpPr>
          <p:cNvPr id="20" name="">
            <a:extLst xmlns:a="http://schemas.openxmlformats.org/drawingml/2006/main">
              <a:ext uri="{FF2B5EF4-FFF2-40B4-BE49-F238E27FC236}">
                <a16:creationId xmlns:a16="http://schemas.microsoft.com/office/drawing/2014/main" id="{4E8B10BD-EF1B-47F2-AF0B-65D4E2DA7EAC}"/>
              </a:ext>
            </a:extLst>
          </p:cNvPr>
          <p:cNvSpPr>
            <a:spLocks xmlns:a="http://schemas.openxmlformats.org/drawingml/2006/main" noGrp="1"/>
          </p:cNvSpPr>
          <p:nvPr/>
        </p:nvSpPr>
        <p:spPr>
          <a:xfrm xmlns:a="http://schemas.openxmlformats.org/drawingml/2006/main">
            <a:off x="6315075" y="47053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buNone/>
              <a:defRPr sz="1500" b="0">
                <a:solidFill>
                  <a:srgbClr val="1D2944"/>
                </a:solidFill>
                <a:latin typeface="NanumGothic"/>
                <a:ea typeface="NanumGothic"/>
                <a:cs typeface="NanumGothic"/>
              </a:defRPr>
            </a:lvl1pPr>
            <a:lvl2pPr algn="l">
              <a:buNone/>
              <a:defRPr sz="1500" b="0">
                <a:solidFill>
                  <a:srgbClr val="1D2944"/>
                </a:solidFill>
                <a:latin typeface="NanumGothic"/>
                <a:ea typeface="NanumGothic"/>
                <a:cs typeface="NanumGothic"/>
              </a:defRPr>
            </a:lvl2pPr>
            <a:lvl3pPr algn="l">
              <a:buNone/>
              <a:defRPr sz="1500" b="0">
                <a:solidFill>
                  <a:srgbClr val="1D2944"/>
                </a:solidFill>
                <a:latin typeface="NanumGothic"/>
                <a:ea typeface="NanumGothic"/>
                <a:cs typeface="NanumGothic"/>
              </a:defRPr>
            </a:lvl3pPr>
            <a:lvl4pPr algn="l">
              <a:buNone/>
              <a:defRPr sz="1500" b="0">
                <a:solidFill>
                  <a:srgbClr val="1D2944"/>
                </a:solidFill>
                <a:latin typeface="NanumGothic"/>
                <a:ea typeface="NanumGothic"/>
                <a:cs typeface="NanumGothic"/>
              </a:defRPr>
            </a:lvl4pPr>
            <a:lvl5pPr algn="l">
              <a:buNone/>
              <a:defRPr sz="1500" b="0">
                <a:solidFill>
                  <a:srgbClr val="1D2944"/>
                </a:solidFill>
                <a:latin typeface="NanumGothic"/>
                <a:ea typeface="NanumGothic"/>
                <a:cs typeface="NanumGothic"/>
              </a:defRPr>
            </a:lvl5pPr>
            <a:lvl6pPr algn="l">
              <a:buNone/>
              <a:defRPr sz="1500" b="0">
                <a:solidFill>
                  <a:srgbClr val="1D2944"/>
                </a:solidFill>
                <a:latin typeface="NanumGothic"/>
                <a:ea typeface="NanumGothic"/>
                <a:cs typeface="NanumGothic"/>
              </a:defRPr>
            </a:lvl6pPr>
            <a:lvl7pPr algn="l">
              <a:buNone/>
              <a:defRPr sz="1500" b="0">
                <a:solidFill>
                  <a:srgbClr val="1D2944"/>
                </a:solidFill>
                <a:latin typeface="NanumGothic"/>
                <a:ea typeface="NanumGothic"/>
                <a:cs typeface="NanumGothic"/>
              </a:defRPr>
            </a:lvl7pPr>
            <a:lvl8pPr algn="l">
              <a:buNone/>
              <a:defRPr sz="1500" b="0">
                <a:solidFill>
                  <a:srgbClr val="1D2944"/>
                </a:solidFill>
                <a:latin typeface="NanumGothic"/>
                <a:ea typeface="NanumGothic"/>
                <a:cs typeface="NanumGothic"/>
              </a:defRPr>
            </a:lvl8pPr>
            <a:lvl9pPr algn="l">
              <a:buNone/>
              <a:defRPr sz="1500" b="0">
                <a:solidFill>
                  <a:srgbClr val="1D2944"/>
                </a:solidFill>
                <a:latin typeface="NanumGothic"/>
                <a:ea typeface="NanumGothic"/>
                <a:cs typeface="NanumGothic"/>
              </a:defRPr>
            </a:lvl9pPr>
          </a:lstStyle>
          <a:p xmlns:a="http://schemas.openxmlformats.org/drawingml/2006/main">
            <a:pPr algn="l">
              <a:buNone/>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P10  빈 화면    다음 행동 안내</a:t>
            </a:r>
          </a:p>
        </p:txBody>
      </p:sp>
      <p:sp>
        <p:nvSpPr>
          <p:cNvPr id="21" name="">
            <a:extLst xmlns:a="http://schemas.openxmlformats.org/drawingml/2006/main">
              <a:ext uri="{FF2B5EF4-FFF2-40B4-BE49-F238E27FC236}">
                <a16:creationId xmlns:a16="http://schemas.microsoft.com/office/drawing/2014/main" id="{0BC96F6D-F6E5-49CE-9790-61F77DFEF7A3}"/>
              </a:ext>
            </a:extLst>
          </p:cNvPr>
          <p:cNvSpPr>
            <a:spLocks xmlns:a="http://schemas.openxmlformats.org/drawingml/2006/main" noGrp="1"/>
          </p:cNvSpPr>
          <p:nvPr/>
        </p:nvSpPr>
        <p:spPr>
          <a:xfrm xmlns:a="http://schemas.openxmlformats.org/drawingml/2006/main">
            <a:off x="762000" y="522922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F7CCDB-9F2A-4508-9756-B48EB8A6C57B}"/>
              </a:ext>
            </a:extLst>
          </p:cNvPr>
          <p:cNvSpPr>
            <a:spLocks xmlns:a="http://schemas.openxmlformats.org/drawingml/2006/main" noGrp="1"/>
          </p:cNvSpPr>
          <p:nvPr/>
        </p:nvSpPr>
        <p:spPr>
          <a:xfrm xmlns:a="http://schemas.openxmlformats.org/drawingml/2006/main">
            <a:off x="771525" y="58102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buNone/>
              <a:defRPr sz="1425" b="1">
                <a:solidFill>
                  <a:srgbClr val="087F83"/>
                </a:solidFill>
                <a:latin typeface="NanumGothic"/>
                <a:ea typeface="NanumGothic"/>
                <a:cs typeface="NanumGothic"/>
              </a:defRPr>
            </a:lvl1pPr>
            <a:lvl2pPr algn="l">
              <a:buNone/>
              <a:defRPr sz="1425" b="1">
                <a:solidFill>
                  <a:srgbClr val="087F83"/>
                </a:solidFill>
                <a:latin typeface="NanumGothic"/>
                <a:ea typeface="NanumGothic"/>
                <a:cs typeface="NanumGothic"/>
              </a:defRPr>
            </a:lvl2pPr>
            <a:lvl3pPr algn="l">
              <a:buNone/>
              <a:defRPr sz="1425" b="1">
                <a:solidFill>
                  <a:srgbClr val="087F83"/>
                </a:solidFill>
                <a:latin typeface="NanumGothic"/>
                <a:ea typeface="NanumGothic"/>
                <a:cs typeface="NanumGothic"/>
              </a:defRPr>
            </a:lvl3pPr>
            <a:lvl4pPr algn="l">
              <a:buNone/>
              <a:defRPr sz="1425" b="1">
                <a:solidFill>
                  <a:srgbClr val="087F83"/>
                </a:solidFill>
                <a:latin typeface="NanumGothic"/>
                <a:ea typeface="NanumGothic"/>
                <a:cs typeface="NanumGothic"/>
              </a:defRPr>
            </a:lvl4pPr>
            <a:lvl5pPr algn="l">
              <a:buNone/>
              <a:defRPr sz="1425" b="1">
                <a:solidFill>
                  <a:srgbClr val="087F83"/>
                </a:solidFill>
                <a:latin typeface="NanumGothic"/>
                <a:ea typeface="NanumGothic"/>
                <a:cs typeface="NanumGothic"/>
              </a:defRPr>
            </a:lvl5pPr>
            <a:lvl6pPr algn="l">
              <a:buNone/>
              <a:defRPr sz="1425" b="1">
                <a:solidFill>
                  <a:srgbClr val="087F83"/>
                </a:solidFill>
                <a:latin typeface="NanumGothic"/>
                <a:ea typeface="NanumGothic"/>
                <a:cs typeface="NanumGothic"/>
              </a:defRPr>
            </a:lvl6pPr>
            <a:lvl7pPr algn="l">
              <a:buNone/>
              <a:defRPr sz="1425" b="1">
                <a:solidFill>
                  <a:srgbClr val="087F83"/>
                </a:solidFill>
                <a:latin typeface="NanumGothic"/>
                <a:ea typeface="NanumGothic"/>
                <a:cs typeface="NanumGothic"/>
              </a:defRPr>
            </a:lvl7pPr>
            <a:lvl8pPr algn="l">
              <a:buNone/>
              <a:defRPr sz="1425" b="1">
                <a:solidFill>
                  <a:srgbClr val="087F83"/>
                </a:solidFill>
                <a:latin typeface="NanumGothic"/>
                <a:ea typeface="NanumGothic"/>
                <a:cs typeface="NanumGothic"/>
              </a:defRPr>
            </a:lvl8pPr>
            <a:lvl9pPr algn="l">
              <a:buNone/>
              <a:defRPr sz="1425" b="1">
                <a:solidFill>
                  <a:srgbClr val="087F83"/>
                </a:solidFill>
                <a:latin typeface="NanumGothic"/>
                <a:ea typeface="NanumGothic"/>
                <a:cs typeface="NanumGothic"/>
              </a:defRPr>
            </a:lvl9pPr>
          </a:lstStyle>
          <a:p xmlns:a="http://schemas.openxmlformats.org/drawingml/2006/main">
            <a:pPr algn="l">
              <a:buNone/>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상태관리: setState 포인트만 표시   /   서버: GET /tasks   /   저장·실제 비즈니스 로직 없음</a:t>
            </a:r>
          </a:p>
        </p:txBody>
      </p:sp>
    </p:spTree>
    <p:extLst>
      <p:ext uri="{BB962C8B-B14F-4D97-AF65-F5344CB8AC3E}">
        <p14:creationId xmlns:p14="http://schemas.microsoft.com/office/powerpoint/2010/main" val="2138604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2026-10-28T17:26:56.7720000Z</dcterms:created>
  <dcterms:modified xsi:type="dcterms:W3CDTF">2026-10-28T17:26:56.7720000Z</dcterms:modified>
</coreProperties>
</file>